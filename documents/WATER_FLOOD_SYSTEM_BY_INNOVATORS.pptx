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60" r:id="rId6"/>
    <p:sldId id="261" r:id="rId7"/>
    <p:sldId id="262" r:id="rId8"/>
    <p:sldId id="267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E265C"/>
    <a:srgbClr val="000C00"/>
    <a:srgbClr val="254631"/>
    <a:srgbClr val="2A3B54"/>
    <a:srgbClr val="060B04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7.xml"/><Relationship Id="rId3" Type="http://schemas.openxmlformats.org/officeDocument/2006/relationships/image" Target="../media/image1.jpe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0.xml"/><Relationship Id="rId3" Type="http://schemas.openxmlformats.org/officeDocument/2006/relationships/image" Target="../media/image1.jpeg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wps_pic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950" y="635"/>
            <a:ext cx="12192635" cy="68573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720840" y="0"/>
            <a:ext cx="1195133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21" h="10800">
                <a:moveTo>
                  <a:pt x="1760" y="8005"/>
                </a:moveTo>
                <a:lnTo>
                  <a:pt x="1842" y="8005"/>
                </a:lnTo>
                <a:cubicBezTo>
                  <a:pt x="1888" y="8005"/>
                  <a:pt x="1918" y="8007"/>
                  <a:pt x="1932" y="8012"/>
                </a:cubicBezTo>
                <a:cubicBezTo>
                  <a:pt x="1946" y="8017"/>
                  <a:pt x="1957" y="8025"/>
                  <a:pt x="1964" y="8035"/>
                </a:cubicBezTo>
                <a:cubicBezTo>
                  <a:pt x="1971" y="8046"/>
                  <a:pt x="1975" y="8058"/>
                  <a:pt x="1975" y="8073"/>
                </a:cubicBezTo>
                <a:cubicBezTo>
                  <a:pt x="1975" y="8091"/>
                  <a:pt x="1970" y="8105"/>
                  <a:pt x="1961" y="8116"/>
                </a:cubicBezTo>
                <a:cubicBezTo>
                  <a:pt x="1951" y="8127"/>
                  <a:pt x="1939" y="8133"/>
                  <a:pt x="1924" y="8136"/>
                </a:cubicBezTo>
                <a:cubicBezTo>
                  <a:pt x="1914" y="8138"/>
                  <a:pt x="1891" y="8139"/>
                  <a:pt x="1854" y="8139"/>
                </a:cubicBezTo>
                <a:lnTo>
                  <a:pt x="1760" y="8139"/>
                </a:lnTo>
                <a:lnTo>
                  <a:pt x="1760" y="8005"/>
                </a:lnTo>
                <a:close/>
                <a:moveTo>
                  <a:pt x="5175" y="7840"/>
                </a:moveTo>
                <a:lnTo>
                  <a:pt x="5244" y="8025"/>
                </a:lnTo>
                <a:lnTo>
                  <a:pt x="5107" y="8025"/>
                </a:lnTo>
                <a:lnTo>
                  <a:pt x="5175" y="7840"/>
                </a:lnTo>
                <a:close/>
                <a:moveTo>
                  <a:pt x="6492" y="7808"/>
                </a:moveTo>
                <a:lnTo>
                  <a:pt x="6571" y="7808"/>
                </a:lnTo>
                <a:cubicBezTo>
                  <a:pt x="6612" y="7808"/>
                  <a:pt x="6637" y="7809"/>
                  <a:pt x="6645" y="7810"/>
                </a:cubicBezTo>
                <a:cubicBezTo>
                  <a:pt x="6662" y="7812"/>
                  <a:pt x="6674" y="7819"/>
                  <a:pt x="6683" y="7829"/>
                </a:cubicBezTo>
                <a:cubicBezTo>
                  <a:pt x="6692" y="7840"/>
                  <a:pt x="6697" y="7853"/>
                  <a:pt x="6697" y="7870"/>
                </a:cubicBezTo>
                <a:cubicBezTo>
                  <a:pt x="6697" y="7885"/>
                  <a:pt x="6694" y="7898"/>
                  <a:pt x="6687" y="7908"/>
                </a:cubicBezTo>
                <a:cubicBezTo>
                  <a:pt x="6680" y="7918"/>
                  <a:pt x="6670" y="7925"/>
                  <a:pt x="6658" y="7929"/>
                </a:cubicBezTo>
                <a:cubicBezTo>
                  <a:pt x="6646" y="7933"/>
                  <a:pt x="6616" y="7935"/>
                  <a:pt x="6567" y="7935"/>
                </a:cubicBezTo>
                <a:lnTo>
                  <a:pt x="6492" y="7935"/>
                </a:lnTo>
                <a:lnTo>
                  <a:pt x="6492" y="7808"/>
                </a:lnTo>
                <a:close/>
                <a:moveTo>
                  <a:pt x="1760" y="7806"/>
                </a:moveTo>
                <a:lnTo>
                  <a:pt x="1818" y="7806"/>
                </a:lnTo>
                <a:cubicBezTo>
                  <a:pt x="1866" y="7806"/>
                  <a:pt x="1895" y="7807"/>
                  <a:pt x="1905" y="7808"/>
                </a:cubicBezTo>
                <a:cubicBezTo>
                  <a:pt x="1922" y="7810"/>
                  <a:pt x="1935" y="7816"/>
                  <a:pt x="1943" y="7825"/>
                </a:cubicBezTo>
                <a:cubicBezTo>
                  <a:pt x="1952" y="7835"/>
                  <a:pt x="1956" y="7848"/>
                  <a:pt x="1956" y="7863"/>
                </a:cubicBezTo>
                <a:cubicBezTo>
                  <a:pt x="1956" y="7879"/>
                  <a:pt x="1951" y="7892"/>
                  <a:pt x="1941" y="7902"/>
                </a:cubicBezTo>
                <a:cubicBezTo>
                  <a:pt x="1931" y="7912"/>
                  <a:pt x="1918" y="7918"/>
                  <a:pt x="1900" y="7920"/>
                </a:cubicBezTo>
                <a:cubicBezTo>
                  <a:pt x="1891" y="7921"/>
                  <a:pt x="1866" y="7922"/>
                  <a:pt x="1826" y="7922"/>
                </a:cubicBezTo>
                <a:lnTo>
                  <a:pt x="1760" y="7922"/>
                </a:lnTo>
                <a:lnTo>
                  <a:pt x="1760" y="7806"/>
                </a:lnTo>
                <a:close/>
                <a:moveTo>
                  <a:pt x="6070" y="7800"/>
                </a:moveTo>
                <a:cubicBezTo>
                  <a:pt x="6111" y="7800"/>
                  <a:pt x="6145" y="7814"/>
                  <a:pt x="6170" y="7843"/>
                </a:cubicBezTo>
                <a:cubicBezTo>
                  <a:pt x="6195" y="7871"/>
                  <a:pt x="6208" y="7914"/>
                  <a:pt x="6208" y="7972"/>
                </a:cubicBezTo>
                <a:cubicBezTo>
                  <a:pt x="6208" y="8030"/>
                  <a:pt x="6195" y="8074"/>
                  <a:pt x="6169" y="8103"/>
                </a:cubicBezTo>
                <a:cubicBezTo>
                  <a:pt x="6143" y="8132"/>
                  <a:pt x="6110" y="8147"/>
                  <a:pt x="6070" y="8147"/>
                </a:cubicBezTo>
                <a:cubicBezTo>
                  <a:pt x="6029" y="8147"/>
                  <a:pt x="5996" y="8132"/>
                  <a:pt x="5969" y="8103"/>
                </a:cubicBezTo>
                <a:cubicBezTo>
                  <a:pt x="5943" y="8073"/>
                  <a:pt x="5930" y="8030"/>
                  <a:pt x="5930" y="7973"/>
                </a:cubicBezTo>
                <a:cubicBezTo>
                  <a:pt x="5930" y="7915"/>
                  <a:pt x="5943" y="7872"/>
                  <a:pt x="5968" y="7843"/>
                </a:cubicBezTo>
                <a:cubicBezTo>
                  <a:pt x="5994" y="7814"/>
                  <a:pt x="6028" y="7800"/>
                  <a:pt x="6070" y="7800"/>
                </a:cubicBezTo>
                <a:close/>
                <a:moveTo>
                  <a:pt x="4242" y="7800"/>
                </a:moveTo>
                <a:cubicBezTo>
                  <a:pt x="4283" y="7800"/>
                  <a:pt x="4317" y="7814"/>
                  <a:pt x="4342" y="7843"/>
                </a:cubicBezTo>
                <a:cubicBezTo>
                  <a:pt x="4367" y="7871"/>
                  <a:pt x="4380" y="7914"/>
                  <a:pt x="4380" y="7972"/>
                </a:cubicBezTo>
                <a:cubicBezTo>
                  <a:pt x="4380" y="8030"/>
                  <a:pt x="4367" y="8074"/>
                  <a:pt x="4341" y="8103"/>
                </a:cubicBezTo>
                <a:cubicBezTo>
                  <a:pt x="4315" y="8132"/>
                  <a:pt x="4282" y="8147"/>
                  <a:pt x="4242" y="8147"/>
                </a:cubicBezTo>
                <a:cubicBezTo>
                  <a:pt x="4201" y="8147"/>
                  <a:pt x="4168" y="8132"/>
                  <a:pt x="4141" y="8103"/>
                </a:cubicBezTo>
                <a:cubicBezTo>
                  <a:pt x="4115" y="8073"/>
                  <a:pt x="4102" y="8030"/>
                  <a:pt x="4102" y="7973"/>
                </a:cubicBezTo>
                <a:cubicBezTo>
                  <a:pt x="4102" y="7915"/>
                  <a:pt x="4115" y="7872"/>
                  <a:pt x="4140" y="7843"/>
                </a:cubicBezTo>
                <a:cubicBezTo>
                  <a:pt x="4166" y="7814"/>
                  <a:pt x="4200" y="7800"/>
                  <a:pt x="4242" y="7800"/>
                </a:cubicBezTo>
                <a:close/>
                <a:moveTo>
                  <a:pt x="6391" y="7723"/>
                </a:moveTo>
                <a:lnTo>
                  <a:pt x="6391" y="8224"/>
                </a:lnTo>
                <a:lnTo>
                  <a:pt x="6492" y="8224"/>
                </a:lnTo>
                <a:lnTo>
                  <a:pt x="6492" y="8015"/>
                </a:lnTo>
                <a:lnTo>
                  <a:pt x="6513" y="8015"/>
                </a:lnTo>
                <a:cubicBezTo>
                  <a:pt x="6536" y="8015"/>
                  <a:pt x="6553" y="8017"/>
                  <a:pt x="6564" y="8021"/>
                </a:cubicBezTo>
                <a:cubicBezTo>
                  <a:pt x="6574" y="8024"/>
                  <a:pt x="6585" y="8031"/>
                  <a:pt x="6594" y="8041"/>
                </a:cubicBezTo>
                <a:cubicBezTo>
                  <a:pt x="6604" y="8051"/>
                  <a:pt x="6622" y="8076"/>
                  <a:pt x="6648" y="8115"/>
                </a:cubicBezTo>
                <a:lnTo>
                  <a:pt x="6721" y="8224"/>
                </a:lnTo>
                <a:lnTo>
                  <a:pt x="6842" y="8224"/>
                </a:lnTo>
                <a:lnTo>
                  <a:pt x="6781" y="8126"/>
                </a:lnTo>
                <a:cubicBezTo>
                  <a:pt x="6757" y="8087"/>
                  <a:pt x="6737" y="8060"/>
                  <a:pt x="6723" y="8045"/>
                </a:cubicBezTo>
                <a:cubicBezTo>
                  <a:pt x="6709" y="8030"/>
                  <a:pt x="6691" y="8016"/>
                  <a:pt x="6669" y="8003"/>
                </a:cubicBezTo>
                <a:cubicBezTo>
                  <a:pt x="6713" y="7997"/>
                  <a:pt x="6746" y="7981"/>
                  <a:pt x="6768" y="7957"/>
                </a:cubicBezTo>
                <a:cubicBezTo>
                  <a:pt x="6790" y="7932"/>
                  <a:pt x="6801" y="7901"/>
                  <a:pt x="6801" y="7864"/>
                </a:cubicBezTo>
                <a:cubicBezTo>
                  <a:pt x="6801" y="7834"/>
                  <a:pt x="6794" y="7808"/>
                  <a:pt x="6779" y="7785"/>
                </a:cubicBezTo>
                <a:cubicBezTo>
                  <a:pt x="6765" y="7762"/>
                  <a:pt x="6745" y="7746"/>
                  <a:pt x="6721" y="7737"/>
                </a:cubicBezTo>
                <a:cubicBezTo>
                  <a:pt x="6697" y="7728"/>
                  <a:pt x="6658" y="7723"/>
                  <a:pt x="6604" y="7723"/>
                </a:cubicBezTo>
                <a:lnTo>
                  <a:pt x="6391" y="7723"/>
                </a:lnTo>
                <a:close/>
                <a:moveTo>
                  <a:pt x="5397" y="7723"/>
                </a:moveTo>
                <a:lnTo>
                  <a:pt x="5397" y="7808"/>
                </a:lnTo>
                <a:lnTo>
                  <a:pt x="5545" y="7808"/>
                </a:lnTo>
                <a:lnTo>
                  <a:pt x="5545" y="8224"/>
                </a:lnTo>
                <a:lnTo>
                  <a:pt x="5646" y="8224"/>
                </a:lnTo>
                <a:lnTo>
                  <a:pt x="5646" y="7808"/>
                </a:lnTo>
                <a:lnTo>
                  <a:pt x="5794" y="7808"/>
                </a:lnTo>
                <a:lnTo>
                  <a:pt x="5794" y="7723"/>
                </a:lnTo>
                <a:lnTo>
                  <a:pt x="5397" y="7723"/>
                </a:lnTo>
                <a:close/>
                <a:moveTo>
                  <a:pt x="5120" y="7723"/>
                </a:moveTo>
                <a:lnTo>
                  <a:pt x="4927" y="8224"/>
                </a:lnTo>
                <a:lnTo>
                  <a:pt x="5035" y="8224"/>
                </a:lnTo>
                <a:lnTo>
                  <a:pt x="5077" y="8110"/>
                </a:lnTo>
                <a:lnTo>
                  <a:pt x="5278" y="8110"/>
                </a:lnTo>
                <a:lnTo>
                  <a:pt x="5321" y="8224"/>
                </a:lnTo>
                <a:lnTo>
                  <a:pt x="5430" y="8224"/>
                </a:lnTo>
                <a:lnTo>
                  <a:pt x="5228" y="7723"/>
                </a:lnTo>
                <a:lnTo>
                  <a:pt x="5120" y="7723"/>
                </a:lnTo>
                <a:close/>
                <a:moveTo>
                  <a:pt x="4512" y="7723"/>
                </a:moveTo>
                <a:lnTo>
                  <a:pt x="4691" y="8224"/>
                </a:lnTo>
                <a:lnTo>
                  <a:pt x="4800" y="8224"/>
                </a:lnTo>
                <a:lnTo>
                  <a:pt x="4978" y="7723"/>
                </a:lnTo>
                <a:lnTo>
                  <a:pt x="4871" y="7723"/>
                </a:lnTo>
                <a:lnTo>
                  <a:pt x="4749" y="8094"/>
                </a:lnTo>
                <a:lnTo>
                  <a:pt x="4622" y="7723"/>
                </a:lnTo>
                <a:lnTo>
                  <a:pt x="4512" y="7723"/>
                </a:lnTo>
                <a:close/>
                <a:moveTo>
                  <a:pt x="3513" y="7723"/>
                </a:moveTo>
                <a:lnTo>
                  <a:pt x="3513" y="8224"/>
                </a:lnTo>
                <a:lnTo>
                  <a:pt x="3607" y="8224"/>
                </a:lnTo>
                <a:lnTo>
                  <a:pt x="3607" y="7895"/>
                </a:lnTo>
                <a:lnTo>
                  <a:pt x="3810" y="8224"/>
                </a:lnTo>
                <a:lnTo>
                  <a:pt x="3912" y="8224"/>
                </a:lnTo>
                <a:lnTo>
                  <a:pt x="3912" y="7723"/>
                </a:lnTo>
                <a:lnTo>
                  <a:pt x="3818" y="7723"/>
                </a:lnTo>
                <a:lnTo>
                  <a:pt x="3818" y="8059"/>
                </a:lnTo>
                <a:lnTo>
                  <a:pt x="3611" y="7723"/>
                </a:lnTo>
                <a:lnTo>
                  <a:pt x="3513" y="7723"/>
                </a:lnTo>
                <a:close/>
                <a:moveTo>
                  <a:pt x="3007" y="7723"/>
                </a:moveTo>
                <a:lnTo>
                  <a:pt x="3007" y="8224"/>
                </a:lnTo>
                <a:lnTo>
                  <a:pt x="3101" y="8224"/>
                </a:lnTo>
                <a:lnTo>
                  <a:pt x="3101" y="7895"/>
                </a:lnTo>
                <a:lnTo>
                  <a:pt x="3304" y="8224"/>
                </a:lnTo>
                <a:lnTo>
                  <a:pt x="3406" y="8224"/>
                </a:lnTo>
                <a:lnTo>
                  <a:pt x="3406" y="7723"/>
                </a:lnTo>
                <a:lnTo>
                  <a:pt x="3312" y="7723"/>
                </a:lnTo>
                <a:lnTo>
                  <a:pt x="3312" y="8059"/>
                </a:lnTo>
                <a:lnTo>
                  <a:pt x="3105" y="7723"/>
                </a:lnTo>
                <a:lnTo>
                  <a:pt x="3007" y="7723"/>
                </a:lnTo>
                <a:close/>
                <a:moveTo>
                  <a:pt x="2810" y="7723"/>
                </a:moveTo>
                <a:lnTo>
                  <a:pt x="2810" y="8224"/>
                </a:lnTo>
                <a:lnTo>
                  <a:pt x="2911" y="8224"/>
                </a:lnTo>
                <a:lnTo>
                  <a:pt x="2911" y="7723"/>
                </a:lnTo>
                <a:lnTo>
                  <a:pt x="2810" y="7723"/>
                </a:lnTo>
                <a:close/>
                <a:moveTo>
                  <a:pt x="2114" y="7723"/>
                </a:moveTo>
                <a:lnTo>
                  <a:pt x="2297" y="8013"/>
                </a:lnTo>
                <a:lnTo>
                  <a:pt x="2297" y="8224"/>
                </a:lnTo>
                <a:lnTo>
                  <a:pt x="2398" y="8224"/>
                </a:lnTo>
                <a:lnTo>
                  <a:pt x="2398" y="8014"/>
                </a:lnTo>
                <a:lnTo>
                  <a:pt x="2582" y="7723"/>
                </a:lnTo>
                <a:lnTo>
                  <a:pt x="2465" y="7723"/>
                </a:lnTo>
                <a:lnTo>
                  <a:pt x="2350" y="7921"/>
                </a:lnTo>
                <a:lnTo>
                  <a:pt x="2233" y="7723"/>
                </a:lnTo>
                <a:lnTo>
                  <a:pt x="2114" y="7723"/>
                </a:lnTo>
                <a:close/>
                <a:moveTo>
                  <a:pt x="1659" y="7723"/>
                </a:moveTo>
                <a:lnTo>
                  <a:pt x="1659" y="8224"/>
                </a:lnTo>
                <a:lnTo>
                  <a:pt x="1830" y="8224"/>
                </a:lnTo>
                <a:cubicBezTo>
                  <a:pt x="1894" y="8224"/>
                  <a:pt x="1935" y="8222"/>
                  <a:pt x="1952" y="8221"/>
                </a:cubicBezTo>
                <a:cubicBezTo>
                  <a:pt x="1979" y="8218"/>
                  <a:pt x="2001" y="8210"/>
                  <a:pt x="2020" y="8197"/>
                </a:cubicBezTo>
                <a:cubicBezTo>
                  <a:pt x="2038" y="8184"/>
                  <a:pt x="2052" y="8167"/>
                  <a:pt x="2063" y="8145"/>
                </a:cubicBezTo>
                <a:cubicBezTo>
                  <a:pt x="2074" y="8124"/>
                  <a:pt x="2079" y="8101"/>
                  <a:pt x="2079" y="8079"/>
                </a:cubicBezTo>
                <a:cubicBezTo>
                  <a:pt x="2079" y="8050"/>
                  <a:pt x="2071" y="8024"/>
                  <a:pt x="2055" y="8003"/>
                </a:cubicBezTo>
                <a:cubicBezTo>
                  <a:pt x="2038" y="7981"/>
                  <a:pt x="2015" y="7966"/>
                  <a:pt x="1984" y="7957"/>
                </a:cubicBezTo>
                <a:cubicBezTo>
                  <a:pt x="2006" y="7948"/>
                  <a:pt x="2023" y="7933"/>
                  <a:pt x="2035" y="7913"/>
                </a:cubicBezTo>
                <a:cubicBezTo>
                  <a:pt x="2048" y="7894"/>
                  <a:pt x="2054" y="7872"/>
                  <a:pt x="2054" y="7849"/>
                </a:cubicBezTo>
                <a:cubicBezTo>
                  <a:pt x="2054" y="7827"/>
                  <a:pt x="2049" y="7808"/>
                  <a:pt x="2039" y="7790"/>
                </a:cubicBezTo>
                <a:cubicBezTo>
                  <a:pt x="2028" y="7773"/>
                  <a:pt x="2016" y="7759"/>
                  <a:pt x="2000" y="7749"/>
                </a:cubicBezTo>
                <a:cubicBezTo>
                  <a:pt x="1985" y="7738"/>
                  <a:pt x="1967" y="7731"/>
                  <a:pt x="1948" y="7728"/>
                </a:cubicBezTo>
                <a:cubicBezTo>
                  <a:pt x="1928" y="7725"/>
                  <a:pt x="1899" y="7723"/>
                  <a:pt x="1859" y="7723"/>
                </a:cubicBezTo>
                <a:lnTo>
                  <a:pt x="1659" y="7723"/>
                </a:lnTo>
                <a:close/>
                <a:moveTo>
                  <a:pt x="7072" y="7714"/>
                </a:moveTo>
                <a:cubicBezTo>
                  <a:pt x="7034" y="7714"/>
                  <a:pt x="7001" y="7720"/>
                  <a:pt x="6974" y="7731"/>
                </a:cubicBezTo>
                <a:cubicBezTo>
                  <a:pt x="6947" y="7743"/>
                  <a:pt x="6926" y="7760"/>
                  <a:pt x="6912" y="7782"/>
                </a:cubicBezTo>
                <a:cubicBezTo>
                  <a:pt x="6897" y="7804"/>
                  <a:pt x="6890" y="7828"/>
                  <a:pt x="6890" y="7854"/>
                </a:cubicBezTo>
                <a:cubicBezTo>
                  <a:pt x="6890" y="7893"/>
                  <a:pt x="6905" y="7927"/>
                  <a:pt x="6936" y="7955"/>
                </a:cubicBezTo>
                <a:cubicBezTo>
                  <a:pt x="6958" y="7974"/>
                  <a:pt x="6996" y="7991"/>
                  <a:pt x="7050" y="8004"/>
                </a:cubicBezTo>
                <a:cubicBezTo>
                  <a:pt x="7092" y="8015"/>
                  <a:pt x="7119" y="8022"/>
                  <a:pt x="7130" y="8026"/>
                </a:cubicBezTo>
                <a:cubicBezTo>
                  <a:pt x="7148" y="8032"/>
                  <a:pt x="7160" y="8039"/>
                  <a:pt x="7167" y="8048"/>
                </a:cubicBezTo>
                <a:cubicBezTo>
                  <a:pt x="7174" y="8056"/>
                  <a:pt x="7177" y="8066"/>
                  <a:pt x="7177" y="8078"/>
                </a:cubicBezTo>
                <a:cubicBezTo>
                  <a:pt x="7177" y="8096"/>
                  <a:pt x="7169" y="8113"/>
                  <a:pt x="7152" y="8126"/>
                </a:cubicBezTo>
                <a:cubicBezTo>
                  <a:pt x="7136" y="8140"/>
                  <a:pt x="7111" y="8147"/>
                  <a:pt x="7078" y="8147"/>
                </a:cubicBezTo>
                <a:cubicBezTo>
                  <a:pt x="7048" y="8147"/>
                  <a:pt x="7023" y="8139"/>
                  <a:pt x="7005" y="8124"/>
                </a:cubicBezTo>
                <a:cubicBezTo>
                  <a:pt x="6987" y="8108"/>
                  <a:pt x="6975" y="8084"/>
                  <a:pt x="6969" y="8051"/>
                </a:cubicBezTo>
                <a:lnTo>
                  <a:pt x="6871" y="8061"/>
                </a:lnTo>
                <a:cubicBezTo>
                  <a:pt x="6878" y="8117"/>
                  <a:pt x="6898" y="8160"/>
                  <a:pt x="6932" y="8189"/>
                </a:cubicBezTo>
                <a:cubicBezTo>
                  <a:pt x="6966" y="8218"/>
                  <a:pt x="7014" y="8233"/>
                  <a:pt x="7078" y="8233"/>
                </a:cubicBezTo>
                <a:cubicBezTo>
                  <a:pt x="7121" y="8233"/>
                  <a:pt x="7157" y="8227"/>
                  <a:pt x="7186" y="8215"/>
                </a:cubicBezTo>
                <a:cubicBezTo>
                  <a:pt x="7216" y="8202"/>
                  <a:pt x="7238" y="8184"/>
                  <a:pt x="7254" y="8159"/>
                </a:cubicBezTo>
                <a:cubicBezTo>
                  <a:pt x="7270" y="8134"/>
                  <a:pt x="7278" y="8107"/>
                  <a:pt x="7278" y="8078"/>
                </a:cubicBezTo>
                <a:cubicBezTo>
                  <a:pt x="7278" y="8046"/>
                  <a:pt x="7271" y="8019"/>
                  <a:pt x="7258" y="7998"/>
                </a:cubicBezTo>
                <a:cubicBezTo>
                  <a:pt x="7245" y="7976"/>
                  <a:pt x="7226" y="7959"/>
                  <a:pt x="7203" y="7947"/>
                </a:cubicBezTo>
                <a:cubicBezTo>
                  <a:pt x="7180" y="7934"/>
                  <a:pt x="7143" y="7922"/>
                  <a:pt x="7094" y="7911"/>
                </a:cubicBezTo>
                <a:cubicBezTo>
                  <a:pt x="7045" y="7899"/>
                  <a:pt x="7015" y="7888"/>
                  <a:pt x="7002" y="7877"/>
                </a:cubicBezTo>
                <a:cubicBezTo>
                  <a:pt x="6992" y="7869"/>
                  <a:pt x="6987" y="7859"/>
                  <a:pt x="6987" y="7847"/>
                </a:cubicBezTo>
                <a:cubicBezTo>
                  <a:pt x="6987" y="7834"/>
                  <a:pt x="6992" y="7824"/>
                  <a:pt x="7003" y="7816"/>
                </a:cubicBezTo>
                <a:cubicBezTo>
                  <a:pt x="7020" y="7804"/>
                  <a:pt x="7042" y="7798"/>
                  <a:pt x="7072" y="7798"/>
                </a:cubicBezTo>
                <a:cubicBezTo>
                  <a:pt x="7100" y="7798"/>
                  <a:pt x="7121" y="7804"/>
                  <a:pt x="7135" y="7815"/>
                </a:cubicBezTo>
                <a:cubicBezTo>
                  <a:pt x="7149" y="7826"/>
                  <a:pt x="7159" y="7844"/>
                  <a:pt x="7163" y="7870"/>
                </a:cubicBezTo>
                <a:lnTo>
                  <a:pt x="7264" y="7866"/>
                </a:lnTo>
                <a:cubicBezTo>
                  <a:pt x="7262" y="7820"/>
                  <a:pt x="7246" y="7783"/>
                  <a:pt x="7214" y="7755"/>
                </a:cubicBezTo>
                <a:cubicBezTo>
                  <a:pt x="7182" y="7728"/>
                  <a:pt x="7135" y="7714"/>
                  <a:pt x="7072" y="7714"/>
                </a:cubicBezTo>
                <a:close/>
                <a:moveTo>
                  <a:pt x="6068" y="7714"/>
                </a:moveTo>
                <a:cubicBezTo>
                  <a:pt x="6028" y="7714"/>
                  <a:pt x="5992" y="7721"/>
                  <a:pt x="5960" y="7734"/>
                </a:cubicBezTo>
                <a:cubicBezTo>
                  <a:pt x="5937" y="7744"/>
                  <a:pt x="5915" y="7759"/>
                  <a:pt x="5896" y="7779"/>
                </a:cubicBezTo>
                <a:cubicBezTo>
                  <a:pt x="5876" y="7799"/>
                  <a:pt x="5860" y="7822"/>
                  <a:pt x="5849" y="7848"/>
                </a:cubicBezTo>
                <a:cubicBezTo>
                  <a:pt x="5834" y="7883"/>
                  <a:pt x="5826" y="7925"/>
                  <a:pt x="5826" y="7977"/>
                </a:cubicBezTo>
                <a:cubicBezTo>
                  <a:pt x="5826" y="8056"/>
                  <a:pt x="5848" y="8119"/>
                  <a:pt x="5892" y="8165"/>
                </a:cubicBezTo>
                <a:cubicBezTo>
                  <a:pt x="5936" y="8210"/>
                  <a:pt x="5995" y="8233"/>
                  <a:pt x="6070" y="8233"/>
                </a:cubicBezTo>
                <a:cubicBezTo>
                  <a:pt x="6143" y="8233"/>
                  <a:pt x="6202" y="8210"/>
                  <a:pt x="6246" y="8164"/>
                </a:cubicBezTo>
                <a:cubicBezTo>
                  <a:pt x="6290" y="8119"/>
                  <a:pt x="6312" y="8055"/>
                  <a:pt x="6312" y="7974"/>
                </a:cubicBezTo>
                <a:cubicBezTo>
                  <a:pt x="6312" y="7892"/>
                  <a:pt x="6290" y="7829"/>
                  <a:pt x="6246" y="7783"/>
                </a:cubicBezTo>
                <a:cubicBezTo>
                  <a:pt x="6201" y="7737"/>
                  <a:pt x="6142" y="7714"/>
                  <a:pt x="6068" y="7714"/>
                </a:cubicBezTo>
                <a:close/>
                <a:moveTo>
                  <a:pt x="4240" y="7714"/>
                </a:moveTo>
                <a:cubicBezTo>
                  <a:pt x="4200" y="7714"/>
                  <a:pt x="4164" y="7721"/>
                  <a:pt x="4132" y="7734"/>
                </a:cubicBezTo>
                <a:cubicBezTo>
                  <a:pt x="4109" y="7744"/>
                  <a:pt x="4087" y="7759"/>
                  <a:pt x="4068" y="7779"/>
                </a:cubicBezTo>
                <a:cubicBezTo>
                  <a:pt x="4048" y="7799"/>
                  <a:pt x="4032" y="7822"/>
                  <a:pt x="4021" y="7848"/>
                </a:cubicBezTo>
                <a:cubicBezTo>
                  <a:pt x="4006" y="7883"/>
                  <a:pt x="3998" y="7925"/>
                  <a:pt x="3998" y="7977"/>
                </a:cubicBezTo>
                <a:cubicBezTo>
                  <a:pt x="3998" y="8056"/>
                  <a:pt x="4020" y="8119"/>
                  <a:pt x="4064" y="8165"/>
                </a:cubicBezTo>
                <a:cubicBezTo>
                  <a:pt x="4108" y="8210"/>
                  <a:pt x="4167" y="8233"/>
                  <a:pt x="4242" y="8233"/>
                </a:cubicBezTo>
                <a:cubicBezTo>
                  <a:pt x="4315" y="8233"/>
                  <a:pt x="4374" y="8210"/>
                  <a:pt x="4418" y="8164"/>
                </a:cubicBezTo>
                <a:cubicBezTo>
                  <a:pt x="4462" y="8119"/>
                  <a:pt x="4484" y="8055"/>
                  <a:pt x="4484" y="7974"/>
                </a:cubicBezTo>
                <a:cubicBezTo>
                  <a:pt x="4484" y="7892"/>
                  <a:pt x="4462" y="7829"/>
                  <a:pt x="4418" y="7783"/>
                </a:cubicBezTo>
                <a:cubicBezTo>
                  <a:pt x="4373" y="7737"/>
                  <a:pt x="4314" y="7714"/>
                  <a:pt x="4240" y="7714"/>
                </a:cubicBezTo>
                <a:close/>
                <a:moveTo>
                  <a:pt x="6061" y="5108"/>
                </a:moveTo>
                <a:lnTo>
                  <a:pt x="6239" y="5585"/>
                </a:lnTo>
                <a:lnTo>
                  <a:pt x="5886" y="5585"/>
                </a:lnTo>
                <a:lnTo>
                  <a:pt x="6061" y="5108"/>
                </a:lnTo>
                <a:close/>
                <a:moveTo>
                  <a:pt x="3315" y="5025"/>
                </a:moveTo>
                <a:lnTo>
                  <a:pt x="3518" y="5025"/>
                </a:lnTo>
                <a:cubicBezTo>
                  <a:pt x="3624" y="5025"/>
                  <a:pt x="3687" y="5026"/>
                  <a:pt x="3708" y="5029"/>
                </a:cubicBezTo>
                <a:cubicBezTo>
                  <a:pt x="3750" y="5036"/>
                  <a:pt x="3783" y="5053"/>
                  <a:pt x="3806" y="5080"/>
                </a:cubicBezTo>
                <a:cubicBezTo>
                  <a:pt x="3829" y="5107"/>
                  <a:pt x="3841" y="5142"/>
                  <a:pt x="3841" y="5185"/>
                </a:cubicBezTo>
                <a:cubicBezTo>
                  <a:pt x="3841" y="5224"/>
                  <a:pt x="3832" y="5256"/>
                  <a:pt x="3815" y="5282"/>
                </a:cubicBezTo>
                <a:cubicBezTo>
                  <a:pt x="3797" y="5307"/>
                  <a:pt x="3773" y="5326"/>
                  <a:pt x="3742" y="5336"/>
                </a:cubicBezTo>
                <a:cubicBezTo>
                  <a:pt x="3711" y="5347"/>
                  <a:pt x="3633" y="5352"/>
                  <a:pt x="3508" y="5352"/>
                </a:cubicBezTo>
                <a:lnTo>
                  <a:pt x="3315" y="5352"/>
                </a:lnTo>
                <a:lnTo>
                  <a:pt x="3315" y="5025"/>
                </a:lnTo>
                <a:close/>
                <a:moveTo>
                  <a:pt x="6630" y="4807"/>
                </a:moveTo>
                <a:lnTo>
                  <a:pt x="6630" y="5025"/>
                </a:lnTo>
                <a:lnTo>
                  <a:pt x="7012" y="5025"/>
                </a:lnTo>
                <a:lnTo>
                  <a:pt x="7012" y="6096"/>
                </a:lnTo>
                <a:lnTo>
                  <a:pt x="7272" y="6096"/>
                </a:lnTo>
                <a:lnTo>
                  <a:pt x="7272" y="5025"/>
                </a:lnTo>
                <a:lnTo>
                  <a:pt x="7653" y="5025"/>
                </a:lnTo>
                <a:lnTo>
                  <a:pt x="7653" y="4807"/>
                </a:lnTo>
                <a:lnTo>
                  <a:pt x="6630" y="4807"/>
                </a:lnTo>
                <a:close/>
                <a:moveTo>
                  <a:pt x="5925" y="4807"/>
                </a:moveTo>
                <a:lnTo>
                  <a:pt x="5424" y="6096"/>
                </a:lnTo>
                <a:lnTo>
                  <a:pt x="5700" y="6096"/>
                </a:lnTo>
                <a:lnTo>
                  <a:pt x="5807" y="5803"/>
                </a:lnTo>
                <a:lnTo>
                  <a:pt x="6322" y="5803"/>
                </a:lnTo>
                <a:lnTo>
                  <a:pt x="6434" y="6096"/>
                </a:lnTo>
                <a:lnTo>
                  <a:pt x="6717" y="6096"/>
                </a:lnTo>
                <a:lnTo>
                  <a:pt x="6202" y="4807"/>
                </a:lnTo>
                <a:lnTo>
                  <a:pt x="5925" y="4807"/>
                </a:lnTo>
                <a:close/>
                <a:moveTo>
                  <a:pt x="4355" y="4807"/>
                </a:moveTo>
                <a:lnTo>
                  <a:pt x="4355" y="6096"/>
                </a:lnTo>
                <a:lnTo>
                  <a:pt x="5334" y="6096"/>
                </a:lnTo>
                <a:lnTo>
                  <a:pt x="5334" y="5878"/>
                </a:lnTo>
                <a:lnTo>
                  <a:pt x="4615" y="5878"/>
                </a:lnTo>
                <a:lnTo>
                  <a:pt x="4615" y="5528"/>
                </a:lnTo>
                <a:lnTo>
                  <a:pt x="5261" y="5528"/>
                </a:lnTo>
                <a:lnTo>
                  <a:pt x="5261" y="5310"/>
                </a:lnTo>
                <a:lnTo>
                  <a:pt x="4615" y="5310"/>
                </a:lnTo>
                <a:lnTo>
                  <a:pt x="4615" y="5025"/>
                </a:lnTo>
                <a:lnTo>
                  <a:pt x="5309" y="5025"/>
                </a:lnTo>
                <a:lnTo>
                  <a:pt x="5309" y="4807"/>
                </a:lnTo>
                <a:lnTo>
                  <a:pt x="4355" y="4807"/>
                </a:lnTo>
                <a:close/>
                <a:moveTo>
                  <a:pt x="3055" y="4807"/>
                </a:moveTo>
                <a:lnTo>
                  <a:pt x="3055" y="6096"/>
                </a:lnTo>
                <a:lnTo>
                  <a:pt x="3315" y="6096"/>
                </a:lnTo>
                <a:lnTo>
                  <a:pt x="3315" y="5558"/>
                </a:lnTo>
                <a:lnTo>
                  <a:pt x="3368" y="5558"/>
                </a:lnTo>
                <a:cubicBezTo>
                  <a:pt x="3428" y="5558"/>
                  <a:pt x="3472" y="5563"/>
                  <a:pt x="3499" y="5572"/>
                </a:cubicBezTo>
                <a:cubicBezTo>
                  <a:pt x="3527" y="5582"/>
                  <a:pt x="3553" y="5600"/>
                  <a:pt x="3578" y="5626"/>
                </a:cubicBezTo>
                <a:cubicBezTo>
                  <a:pt x="3602" y="5652"/>
                  <a:pt x="3648" y="5715"/>
                  <a:pt x="3715" y="5815"/>
                </a:cubicBezTo>
                <a:lnTo>
                  <a:pt x="3903" y="6096"/>
                </a:lnTo>
                <a:lnTo>
                  <a:pt x="4214" y="6096"/>
                </a:lnTo>
                <a:lnTo>
                  <a:pt x="4057" y="5845"/>
                </a:lnTo>
                <a:cubicBezTo>
                  <a:pt x="3995" y="5744"/>
                  <a:pt x="3945" y="5675"/>
                  <a:pt x="3909" y="5635"/>
                </a:cubicBezTo>
                <a:cubicBezTo>
                  <a:pt x="3872" y="5596"/>
                  <a:pt x="3826" y="5560"/>
                  <a:pt x="3770" y="5527"/>
                </a:cubicBezTo>
                <a:cubicBezTo>
                  <a:pt x="3882" y="5511"/>
                  <a:pt x="3967" y="5471"/>
                  <a:pt x="4024" y="5408"/>
                </a:cubicBezTo>
                <a:cubicBezTo>
                  <a:pt x="4081" y="5345"/>
                  <a:pt x="4109" y="5265"/>
                  <a:pt x="4109" y="5168"/>
                </a:cubicBezTo>
                <a:cubicBezTo>
                  <a:pt x="4109" y="5092"/>
                  <a:pt x="4090" y="5024"/>
                  <a:pt x="4053" y="4965"/>
                </a:cubicBezTo>
                <a:cubicBezTo>
                  <a:pt x="4015" y="4906"/>
                  <a:pt x="3965" y="4865"/>
                  <a:pt x="3903" y="4842"/>
                </a:cubicBezTo>
                <a:cubicBezTo>
                  <a:pt x="3840" y="4819"/>
                  <a:pt x="3740" y="4807"/>
                  <a:pt x="3603" y="4807"/>
                </a:cubicBezTo>
                <a:lnTo>
                  <a:pt x="3055" y="4807"/>
                </a:lnTo>
                <a:close/>
                <a:moveTo>
                  <a:pt x="1755" y="4807"/>
                </a:moveTo>
                <a:lnTo>
                  <a:pt x="1755" y="6096"/>
                </a:lnTo>
                <a:lnTo>
                  <a:pt x="2015" y="6096"/>
                </a:lnTo>
                <a:lnTo>
                  <a:pt x="2015" y="5532"/>
                </a:lnTo>
                <a:lnTo>
                  <a:pt x="2525" y="5532"/>
                </a:lnTo>
                <a:lnTo>
                  <a:pt x="2525" y="6096"/>
                </a:lnTo>
                <a:lnTo>
                  <a:pt x="2785" y="6096"/>
                </a:lnTo>
                <a:lnTo>
                  <a:pt x="2785" y="4807"/>
                </a:lnTo>
                <a:lnTo>
                  <a:pt x="2525" y="4807"/>
                </a:lnTo>
                <a:lnTo>
                  <a:pt x="2525" y="5314"/>
                </a:lnTo>
                <a:lnTo>
                  <a:pt x="2015" y="5314"/>
                </a:lnTo>
                <a:lnTo>
                  <a:pt x="2015" y="4807"/>
                </a:lnTo>
                <a:lnTo>
                  <a:pt x="1755" y="4807"/>
                </a:lnTo>
                <a:close/>
                <a:moveTo>
                  <a:pt x="563" y="4807"/>
                </a:moveTo>
                <a:lnTo>
                  <a:pt x="563" y="5025"/>
                </a:lnTo>
                <a:lnTo>
                  <a:pt x="945" y="5025"/>
                </a:lnTo>
                <a:lnTo>
                  <a:pt x="945" y="6096"/>
                </a:lnTo>
                <a:lnTo>
                  <a:pt x="1205" y="6096"/>
                </a:lnTo>
                <a:lnTo>
                  <a:pt x="1205" y="5025"/>
                </a:lnTo>
                <a:lnTo>
                  <a:pt x="1586" y="5025"/>
                </a:lnTo>
                <a:lnTo>
                  <a:pt x="1586" y="4807"/>
                </a:lnTo>
                <a:lnTo>
                  <a:pt x="563" y="4807"/>
                </a:lnTo>
                <a:close/>
                <a:moveTo>
                  <a:pt x="2745" y="2658"/>
                </a:moveTo>
                <a:lnTo>
                  <a:pt x="2745" y="3936"/>
                </a:lnTo>
                <a:lnTo>
                  <a:pt x="3653" y="3936"/>
                </a:lnTo>
                <a:lnTo>
                  <a:pt x="3653" y="3718"/>
                </a:lnTo>
                <a:lnTo>
                  <a:pt x="3005" y="3718"/>
                </a:lnTo>
                <a:lnTo>
                  <a:pt x="3005" y="2658"/>
                </a:lnTo>
                <a:lnTo>
                  <a:pt x="2745" y="2658"/>
                </a:lnTo>
                <a:close/>
                <a:moveTo>
                  <a:pt x="6248" y="2647"/>
                </a:moveTo>
                <a:lnTo>
                  <a:pt x="6248" y="2865"/>
                </a:lnTo>
                <a:lnTo>
                  <a:pt x="6630" y="2865"/>
                </a:lnTo>
                <a:lnTo>
                  <a:pt x="6630" y="3936"/>
                </a:lnTo>
                <a:lnTo>
                  <a:pt x="6890" y="3936"/>
                </a:lnTo>
                <a:lnTo>
                  <a:pt x="6890" y="2865"/>
                </a:lnTo>
                <a:lnTo>
                  <a:pt x="7271" y="2865"/>
                </a:lnTo>
                <a:lnTo>
                  <a:pt x="7271" y="2647"/>
                </a:lnTo>
                <a:lnTo>
                  <a:pt x="6248" y="2647"/>
                </a:lnTo>
                <a:close/>
                <a:moveTo>
                  <a:pt x="5042" y="2647"/>
                </a:moveTo>
                <a:lnTo>
                  <a:pt x="5042" y="3936"/>
                </a:lnTo>
                <a:lnTo>
                  <a:pt x="5283" y="3936"/>
                </a:lnTo>
                <a:lnTo>
                  <a:pt x="5283" y="3092"/>
                </a:lnTo>
                <a:lnTo>
                  <a:pt x="5804" y="3936"/>
                </a:lnTo>
                <a:lnTo>
                  <a:pt x="6064" y="3936"/>
                </a:lnTo>
                <a:lnTo>
                  <a:pt x="6064" y="2647"/>
                </a:lnTo>
                <a:lnTo>
                  <a:pt x="5823" y="2647"/>
                </a:lnTo>
                <a:lnTo>
                  <a:pt x="5823" y="3510"/>
                </a:lnTo>
                <a:lnTo>
                  <a:pt x="5294" y="2647"/>
                </a:lnTo>
                <a:lnTo>
                  <a:pt x="5042" y="2647"/>
                </a:lnTo>
                <a:close/>
                <a:moveTo>
                  <a:pt x="3839" y="2647"/>
                </a:moveTo>
                <a:lnTo>
                  <a:pt x="3839" y="3936"/>
                </a:lnTo>
                <a:lnTo>
                  <a:pt x="4818" y="3936"/>
                </a:lnTo>
                <a:lnTo>
                  <a:pt x="4818" y="3718"/>
                </a:lnTo>
                <a:lnTo>
                  <a:pt x="4099" y="3718"/>
                </a:lnTo>
                <a:lnTo>
                  <a:pt x="4099" y="3368"/>
                </a:lnTo>
                <a:lnTo>
                  <a:pt x="4745" y="3368"/>
                </a:lnTo>
                <a:lnTo>
                  <a:pt x="4745" y="3150"/>
                </a:lnTo>
                <a:lnTo>
                  <a:pt x="4099" y="3150"/>
                </a:lnTo>
                <a:lnTo>
                  <a:pt x="4099" y="2865"/>
                </a:lnTo>
                <a:lnTo>
                  <a:pt x="4793" y="2865"/>
                </a:lnTo>
                <a:lnTo>
                  <a:pt x="4793" y="2647"/>
                </a:lnTo>
                <a:lnTo>
                  <a:pt x="3839" y="2647"/>
                </a:lnTo>
                <a:close/>
                <a:moveTo>
                  <a:pt x="2230" y="2647"/>
                </a:moveTo>
                <a:lnTo>
                  <a:pt x="2230" y="3936"/>
                </a:lnTo>
                <a:lnTo>
                  <a:pt x="2490" y="3936"/>
                </a:lnTo>
                <a:lnTo>
                  <a:pt x="2490" y="2647"/>
                </a:lnTo>
                <a:lnTo>
                  <a:pt x="2230" y="2647"/>
                </a:lnTo>
                <a:close/>
                <a:moveTo>
                  <a:pt x="1488" y="2626"/>
                </a:moveTo>
                <a:cubicBezTo>
                  <a:pt x="1389" y="2626"/>
                  <a:pt x="1305" y="2641"/>
                  <a:pt x="1235" y="2671"/>
                </a:cubicBezTo>
                <a:cubicBezTo>
                  <a:pt x="1165" y="2701"/>
                  <a:pt x="1111" y="2744"/>
                  <a:pt x="1074" y="2801"/>
                </a:cubicBezTo>
                <a:cubicBezTo>
                  <a:pt x="1037" y="2858"/>
                  <a:pt x="1018" y="2920"/>
                  <a:pt x="1018" y="2985"/>
                </a:cubicBezTo>
                <a:cubicBezTo>
                  <a:pt x="1018" y="3087"/>
                  <a:pt x="1058" y="3174"/>
                  <a:pt x="1137" y="3245"/>
                </a:cubicBezTo>
                <a:cubicBezTo>
                  <a:pt x="1193" y="3295"/>
                  <a:pt x="1291" y="3338"/>
                  <a:pt x="1430" y="3372"/>
                </a:cubicBezTo>
                <a:cubicBezTo>
                  <a:pt x="1539" y="3399"/>
                  <a:pt x="1608" y="3418"/>
                  <a:pt x="1639" y="3429"/>
                </a:cubicBezTo>
                <a:cubicBezTo>
                  <a:pt x="1683" y="3445"/>
                  <a:pt x="1714" y="3463"/>
                  <a:pt x="1732" y="3485"/>
                </a:cubicBezTo>
                <a:cubicBezTo>
                  <a:pt x="1750" y="3506"/>
                  <a:pt x="1759" y="3532"/>
                  <a:pt x="1759" y="3562"/>
                </a:cubicBezTo>
                <a:cubicBezTo>
                  <a:pt x="1759" y="3610"/>
                  <a:pt x="1738" y="3651"/>
                  <a:pt x="1695" y="3687"/>
                </a:cubicBezTo>
                <a:cubicBezTo>
                  <a:pt x="1653" y="3722"/>
                  <a:pt x="1589" y="3740"/>
                  <a:pt x="1506" y="3740"/>
                </a:cubicBezTo>
                <a:cubicBezTo>
                  <a:pt x="1426" y="3740"/>
                  <a:pt x="1363" y="3720"/>
                  <a:pt x="1317" y="3680"/>
                </a:cubicBezTo>
                <a:cubicBezTo>
                  <a:pt x="1270" y="3640"/>
                  <a:pt x="1239" y="3578"/>
                  <a:pt x="1224" y="3493"/>
                </a:cubicBezTo>
                <a:lnTo>
                  <a:pt x="971" y="3518"/>
                </a:lnTo>
                <a:cubicBezTo>
                  <a:pt x="988" y="3662"/>
                  <a:pt x="1040" y="3772"/>
                  <a:pt x="1128" y="3847"/>
                </a:cubicBezTo>
                <a:cubicBezTo>
                  <a:pt x="1215" y="3922"/>
                  <a:pt x="1340" y="3960"/>
                  <a:pt x="1503" y="3960"/>
                </a:cubicBezTo>
                <a:cubicBezTo>
                  <a:pt x="1615" y="3960"/>
                  <a:pt x="1708" y="3944"/>
                  <a:pt x="1783" y="3913"/>
                </a:cubicBezTo>
                <a:cubicBezTo>
                  <a:pt x="1858" y="3882"/>
                  <a:pt x="1916" y="3834"/>
                  <a:pt x="1957" y="3769"/>
                </a:cubicBezTo>
                <a:cubicBezTo>
                  <a:pt x="1998" y="3704"/>
                  <a:pt x="2019" y="3635"/>
                  <a:pt x="2019" y="3561"/>
                </a:cubicBezTo>
                <a:cubicBezTo>
                  <a:pt x="2019" y="3480"/>
                  <a:pt x="2002" y="3411"/>
                  <a:pt x="1968" y="3356"/>
                </a:cubicBezTo>
                <a:cubicBezTo>
                  <a:pt x="1933" y="3300"/>
                  <a:pt x="1886" y="3257"/>
                  <a:pt x="1825" y="3225"/>
                </a:cubicBezTo>
                <a:cubicBezTo>
                  <a:pt x="1765" y="3193"/>
                  <a:pt x="1671" y="3162"/>
                  <a:pt x="1545" y="3132"/>
                </a:cubicBezTo>
                <a:cubicBezTo>
                  <a:pt x="1418" y="3102"/>
                  <a:pt x="1338" y="3073"/>
                  <a:pt x="1306" y="3046"/>
                </a:cubicBezTo>
                <a:cubicBezTo>
                  <a:pt x="1280" y="3024"/>
                  <a:pt x="1267" y="2998"/>
                  <a:pt x="1267" y="2967"/>
                </a:cubicBezTo>
                <a:cubicBezTo>
                  <a:pt x="1267" y="2934"/>
                  <a:pt x="1281" y="2907"/>
                  <a:pt x="1308" y="2888"/>
                </a:cubicBezTo>
                <a:cubicBezTo>
                  <a:pt x="1351" y="2857"/>
                  <a:pt x="1410" y="2841"/>
                  <a:pt x="1486" y="2841"/>
                </a:cubicBezTo>
                <a:cubicBezTo>
                  <a:pt x="1559" y="2841"/>
                  <a:pt x="1614" y="2855"/>
                  <a:pt x="1650" y="2884"/>
                </a:cubicBezTo>
                <a:cubicBezTo>
                  <a:pt x="1687" y="2913"/>
                  <a:pt x="1711" y="2961"/>
                  <a:pt x="1722" y="3027"/>
                </a:cubicBezTo>
                <a:lnTo>
                  <a:pt x="1982" y="3016"/>
                </a:lnTo>
                <a:cubicBezTo>
                  <a:pt x="1978" y="2898"/>
                  <a:pt x="1935" y="2803"/>
                  <a:pt x="1853" y="2732"/>
                </a:cubicBezTo>
                <a:cubicBezTo>
                  <a:pt x="1772" y="2661"/>
                  <a:pt x="1650" y="2626"/>
                  <a:pt x="1488" y="2626"/>
                </a:cubicBezTo>
                <a:close/>
                <a:moveTo>
                  <a:pt x="3838" y="487"/>
                </a:moveTo>
                <a:lnTo>
                  <a:pt x="3838" y="1776"/>
                </a:lnTo>
                <a:lnTo>
                  <a:pt x="4817" y="1776"/>
                </a:lnTo>
                <a:lnTo>
                  <a:pt x="4817" y="1558"/>
                </a:lnTo>
                <a:lnTo>
                  <a:pt x="4098" y="1558"/>
                </a:lnTo>
                <a:lnTo>
                  <a:pt x="4098" y="1208"/>
                </a:lnTo>
                <a:lnTo>
                  <a:pt x="4744" y="1208"/>
                </a:lnTo>
                <a:lnTo>
                  <a:pt x="4744" y="990"/>
                </a:lnTo>
                <a:lnTo>
                  <a:pt x="4098" y="990"/>
                </a:lnTo>
                <a:lnTo>
                  <a:pt x="4098" y="705"/>
                </a:lnTo>
                <a:lnTo>
                  <a:pt x="4792" y="705"/>
                </a:lnTo>
                <a:lnTo>
                  <a:pt x="4792" y="487"/>
                </a:lnTo>
                <a:lnTo>
                  <a:pt x="3838" y="487"/>
                </a:lnTo>
                <a:close/>
                <a:moveTo>
                  <a:pt x="2538" y="487"/>
                </a:moveTo>
                <a:lnTo>
                  <a:pt x="2538" y="1776"/>
                </a:lnTo>
                <a:lnTo>
                  <a:pt x="2798" y="1776"/>
                </a:lnTo>
                <a:lnTo>
                  <a:pt x="2798" y="1212"/>
                </a:lnTo>
                <a:lnTo>
                  <a:pt x="3308" y="1212"/>
                </a:lnTo>
                <a:lnTo>
                  <a:pt x="3308" y="1776"/>
                </a:lnTo>
                <a:lnTo>
                  <a:pt x="3568" y="1776"/>
                </a:lnTo>
                <a:lnTo>
                  <a:pt x="3568" y="487"/>
                </a:lnTo>
                <a:lnTo>
                  <a:pt x="3308" y="487"/>
                </a:lnTo>
                <a:lnTo>
                  <a:pt x="3308" y="994"/>
                </a:lnTo>
                <a:lnTo>
                  <a:pt x="2798" y="994"/>
                </a:lnTo>
                <a:lnTo>
                  <a:pt x="2798" y="487"/>
                </a:lnTo>
                <a:lnTo>
                  <a:pt x="2538" y="487"/>
                </a:lnTo>
                <a:close/>
                <a:moveTo>
                  <a:pt x="1346" y="487"/>
                </a:moveTo>
                <a:lnTo>
                  <a:pt x="1346" y="705"/>
                </a:lnTo>
                <a:lnTo>
                  <a:pt x="1728" y="705"/>
                </a:lnTo>
                <a:lnTo>
                  <a:pt x="1728" y="1776"/>
                </a:lnTo>
                <a:lnTo>
                  <a:pt x="1988" y="1776"/>
                </a:lnTo>
                <a:lnTo>
                  <a:pt x="1988" y="705"/>
                </a:lnTo>
                <a:lnTo>
                  <a:pt x="2369" y="705"/>
                </a:lnTo>
                <a:lnTo>
                  <a:pt x="2369" y="487"/>
                </a:lnTo>
                <a:lnTo>
                  <a:pt x="1346" y="487"/>
                </a:lnTo>
                <a:close/>
                <a:moveTo>
                  <a:pt x="0" y="0"/>
                </a:moveTo>
                <a:lnTo>
                  <a:pt x="18821" y="0"/>
                </a:lnTo>
                <a:lnTo>
                  <a:pt x="1882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rtlCol="0">
            <a:noAutofit/>
          </a:bodyPr>
          <a:p>
            <a:pPr algn="ctr"/>
            <a:endParaRPr lang="en-US" sz="7000"/>
          </a:p>
        </p:txBody>
      </p:sp>
      <p:sp>
        <p:nvSpPr>
          <p:cNvPr id="10" name="Text Box 9"/>
          <p:cNvSpPr txBox="1"/>
          <p:nvPr/>
        </p:nvSpPr>
        <p:spPr>
          <a:xfrm>
            <a:off x="13663295" y="580390"/>
            <a:ext cx="4768850" cy="54343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noAutofit/>
          </a:bodyPr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Traditional water monitoring relies on slow, manual observation. This critical delay in alerting leads to severe structural damage and extreme safety hazards.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We need a system that detects danger and acts instantly.</a:t>
            </a:r>
            <a:endParaRPr sz="2000" b="1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r>
              <a:rPr sz="2000" b="1">
                <a:solidFill>
                  <a:schemeClr val="bg1"/>
                </a:solidFill>
                <a:latin typeface="Outfit SemiBold"/>
                <a:sym typeface="+mn-ea"/>
              </a:rPr>
              <a:t>Sudden Urban Flooding</a:t>
            </a:r>
            <a:endParaRPr sz="2000" b="1" i="0" u="none">
              <a:solidFill>
                <a:schemeClr val="bg1"/>
              </a:solidFill>
              <a:latin typeface="Outfit SemiBold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Flash floods strike communities rapidly, often leaving residents with no time for evacuation or asset protection.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endParaRPr lang="en-US" sz="2000" b="1" i="0" u="none">
              <a:solidFill>
                <a:schemeClr val="bg1"/>
              </a:solidFill>
              <a:latin typeface="Inter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wps_pic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0" y="0"/>
            <a:ext cx="1234503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21" h="10800">
                <a:moveTo>
                  <a:pt x="1760" y="8005"/>
                </a:moveTo>
                <a:lnTo>
                  <a:pt x="1842" y="8005"/>
                </a:lnTo>
                <a:cubicBezTo>
                  <a:pt x="1888" y="8005"/>
                  <a:pt x="1918" y="8007"/>
                  <a:pt x="1932" y="8012"/>
                </a:cubicBezTo>
                <a:cubicBezTo>
                  <a:pt x="1946" y="8017"/>
                  <a:pt x="1957" y="8025"/>
                  <a:pt x="1964" y="8035"/>
                </a:cubicBezTo>
                <a:cubicBezTo>
                  <a:pt x="1971" y="8046"/>
                  <a:pt x="1975" y="8058"/>
                  <a:pt x="1975" y="8073"/>
                </a:cubicBezTo>
                <a:cubicBezTo>
                  <a:pt x="1975" y="8091"/>
                  <a:pt x="1970" y="8105"/>
                  <a:pt x="1961" y="8116"/>
                </a:cubicBezTo>
                <a:cubicBezTo>
                  <a:pt x="1951" y="8127"/>
                  <a:pt x="1939" y="8133"/>
                  <a:pt x="1924" y="8136"/>
                </a:cubicBezTo>
                <a:cubicBezTo>
                  <a:pt x="1914" y="8138"/>
                  <a:pt x="1891" y="8139"/>
                  <a:pt x="1854" y="8139"/>
                </a:cubicBezTo>
                <a:lnTo>
                  <a:pt x="1760" y="8139"/>
                </a:lnTo>
                <a:lnTo>
                  <a:pt x="1760" y="8005"/>
                </a:lnTo>
                <a:close/>
                <a:moveTo>
                  <a:pt x="5175" y="7840"/>
                </a:moveTo>
                <a:lnTo>
                  <a:pt x="5244" y="8025"/>
                </a:lnTo>
                <a:lnTo>
                  <a:pt x="5107" y="8025"/>
                </a:lnTo>
                <a:lnTo>
                  <a:pt x="5175" y="7840"/>
                </a:lnTo>
                <a:close/>
                <a:moveTo>
                  <a:pt x="6492" y="7808"/>
                </a:moveTo>
                <a:lnTo>
                  <a:pt x="6571" y="7808"/>
                </a:lnTo>
                <a:cubicBezTo>
                  <a:pt x="6612" y="7808"/>
                  <a:pt x="6637" y="7809"/>
                  <a:pt x="6645" y="7810"/>
                </a:cubicBezTo>
                <a:cubicBezTo>
                  <a:pt x="6662" y="7812"/>
                  <a:pt x="6674" y="7819"/>
                  <a:pt x="6683" y="7829"/>
                </a:cubicBezTo>
                <a:cubicBezTo>
                  <a:pt x="6692" y="7840"/>
                  <a:pt x="6697" y="7853"/>
                  <a:pt x="6697" y="7870"/>
                </a:cubicBezTo>
                <a:cubicBezTo>
                  <a:pt x="6697" y="7885"/>
                  <a:pt x="6694" y="7898"/>
                  <a:pt x="6687" y="7908"/>
                </a:cubicBezTo>
                <a:cubicBezTo>
                  <a:pt x="6680" y="7918"/>
                  <a:pt x="6670" y="7925"/>
                  <a:pt x="6658" y="7929"/>
                </a:cubicBezTo>
                <a:cubicBezTo>
                  <a:pt x="6646" y="7933"/>
                  <a:pt x="6616" y="7935"/>
                  <a:pt x="6567" y="7935"/>
                </a:cubicBezTo>
                <a:lnTo>
                  <a:pt x="6492" y="7935"/>
                </a:lnTo>
                <a:lnTo>
                  <a:pt x="6492" y="7808"/>
                </a:lnTo>
                <a:close/>
                <a:moveTo>
                  <a:pt x="1760" y="7806"/>
                </a:moveTo>
                <a:lnTo>
                  <a:pt x="1818" y="7806"/>
                </a:lnTo>
                <a:cubicBezTo>
                  <a:pt x="1866" y="7806"/>
                  <a:pt x="1895" y="7807"/>
                  <a:pt x="1905" y="7808"/>
                </a:cubicBezTo>
                <a:cubicBezTo>
                  <a:pt x="1922" y="7810"/>
                  <a:pt x="1935" y="7816"/>
                  <a:pt x="1943" y="7825"/>
                </a:cubicBezTo>
                <a:cubicBezTo>
                  <a:pt x="1952" y="7835"/>
                  <a:pt x="1956" y="7848"/>
                  <a:pt x="1956" y="7863"/>
                </a:cubicBezTo>
                <a:cubicBezTo>
                  <a:pt x="1956" y="7879"/>
                  <a:pt x="1951" y="7892"/>
                  <a:pt x="1941" y="7902"/>
                </a:cubicBezTo>
                <a:cubicBezTo>
                  <a:pt x="1931" y="7912"/>
                  <a:pt x="1918" y="7918"/>
                  <a:pt x="1900" y="7920"/>
                </a:cubicBezTo>
                <a:cubicBezTo>
                  <a:pt x="1891" y="7921"/>
                  <a:pt x="1866" y="7922"/>
                  <a:pt x="1826" y="7922"/>
                </a:cubicBezTo>
                <a:lnTo>
                  <a:pt x="1760" y="7922"/>
                </a:lnTo>
                <a:lnTo>
                  <a:pt x="1760" y="7806"/>
                </a:lnTo>
                <a:close/>
                <a:moveTo>
                  <a:pt x="6070" y="7800"/>
                </a:moveTo>
                <a:cubicBezTo>
                  <a:pt x="6111" y="7800"/>
                  <a:pt x="6145" y="7814"/>
                  <a:pt x="6170" y="7843"/>
                </a:cubicBezTo>
                <a:cubicBezTo>
                  <a:pt x="6195" y="7871"/>
                  <a:pt x="6208" y="7914"/>
                  <a:pt x="6208" y="7972"/>
                </a:cubicBezTo>
                <a:cubicBezTo>
                  <a:pt x="6208" y="8030"/>
                  <a:pt x="6195" y="8074"/>
                  <a:pt x="6169" y="8103"/>
                </a:cubicBezTo>
                <a:cubicBezTo>
                  <a:pt x="6143" y="8132"/>
                  <a:pt x="6110" y="8147"/>
                  <a:pt x="6070" y="8147"/>
                </a:cubicBezTo>
                <a:cubicBezTo>
                  <a:pt x="6029" y="8147"/>
                  <a:pt x="5996" y="8132"/>
                  <a:pt x="5969" y="8103"/>
                </a:cubicBezTo>
                <a:cubicBezTo>
                  <a:pt x="5943" y="8073"/>
                  <a:pt x="5930" y="8030"/>
                  <a:pt x="5930" y="7973"/>
                </a:cubicBezTo>
                <a:cubicBezTo>
                  <a:pt x="5930" y="7915"/>
                  <a:pt x="5943" y="7872"/>
                  <a:pt x="5968" y="7843"/>
                </a:cubicBezTo>
                <a:cubicBezTo>
                  <a:pt x="5994" y="7814"/>
                  <a:pt x="6028" y="7800"/>
                  <a:pt x="6070" y="7800"/>
                </a:cubicBezTo>
                <a:close/>
                <a:moveTo>
                  <a:pt x="4242" y="7800"/>
                </a:moveTo>
                <a:cubicBezTo>
                  <a:pt x="4283" y="7800"/>
                  <a:pt x="4317" y="7814"/>
                  <a:pt x="4342" y="7843"/>
                </a:cubicBezTo>
                <a:cubicBezTo>
                  <a:pt x="4367" y="7871"/>
                  <a:pt x="4380" y="7914"/>
                  <a:pt x="4380" y="7972"/>
                </a:cubicBezTo>
                <a:cubicBezTo>
                  <a:pt x="4380" y="8030"/>
                  <a:pt x="4367" y="8074"/>
                  <a:pt x="4341" y="8103"/>
                </a:cubicBezTo>
                <a:cubicBezTo>
                  <a:pt x="4315" y="8132"/>
                  <a:pt x="4282" y="8147"/>
                  <a:pt x="4242" y="8147"/>
                </a:cubicBezTo>
                <a:cubicBezTo>
                  <a:pt x="4201" y="8147"/>
                  <a:pt x="4168" y="8132"/>
                  <a:pt x="4141" y="8103"/>
                </a:cubicBezTo>
                <a:cubicBezTo>
                  <a:pt x="4115" y="8073"/>
                  <a:pt x="4102" y="8030"/>
                  <a:pt x="4102" y="7973"/>
                </a:cubicBezTo>
                <a:cubicBezTo>
                  <a:pt x="4102" y="7915"/>
                  <a:pt x="4115" y="7872"/>
                  <a:pt x="4140" y="7843"/>
                </a:cubicBezTo>
                <a:cubicBezTo>
                  <a:pt x="4166" y="7814"/>
                  <a:pt x="4200" y="7800"/>
                  <a:pt x="4242" y="7800"/>
                </a:cubicBezTo>
                <a:close/>
                <a:moveTo>
                  <a:pt x="6391" y="7723"/>
                </a:moveTo>
                <a:lnTo>
                  <a:pt x="6391" y="8224"/>
                </a:lnTo>
                <a:lnTo>
                  <a:pt x="6492" y="8224"/>
                </a:lnTo>
                <a:lnTo>
                  <a:pt x="6492" y="8015"/>
                </a:lnTo>
                <a:lnTo>
                  <a:pt x="6513" y="8015"/>
                </a:lnTo>
                <a:cubicBezTo>
                  <a:pt x="6536" y="8015"/>
                  <a:pt x="6553" y="8017"/>
                  <a:pt x="6564" y="8021"/>
                </a:cubicBezTo>
                <a:cubicBezTo>
                  <a:pt x="6574" y="8024"/>
                  <a:pt x="6585" y="8031"/>
                  <a:pt x="6594" y="8041"/>
                </a:cubicBezTo>
                <a:cubicBezTo>
                  <a:pt x="6604" y="8051"/>
                  <a:pt x="6622" y="8076"/>
                  <a:pt x="6648" y="8115"/>
                </a:cubicBezTo>
                <a:lnTo>
                  <a:pt x="6721" y="8224"/>
                </a:lnTo>
                <a:lnTo>
                  <a:pt x="6842" y="8224"/>
                </a:lnTo>
                <a:lnTo>
                  <a:pt x="6781" y="8126"/>
                </a:lnTo>
                <a:cubicBezTo>
                  <a:pt x="6757" y="8087"/>
                  <a:pt x="6737" y="8060"/>
                  <a:pt x="6723" y="8045"/>
                </a:cubicBezTo>
                <a:cubicBezTo>
                  <a:pt x="6709" y="8030"/>
                  <a:pt x="6691" y="8016"/>
                  <a:pt x="6669" y="8003"/>
                </a:cubicBezTo>
                <a:cubicBezTo>
                  <a:pt x="6713" y="7997"/>
                  <a:pt x="6746" y="7981"/>
                  <a:pt x="6768" y="7957"/>
                </a:cubicBezTo>
                <a:cubicBezTo>
                  <a:pt x="6790" y="7932"/>
                  <a:pt x="6801" y="7901"/>
                  <a:pt x="6801" y="7864"/>
                </a:cubicBezTo>
                <a:cubicBezTo>
                  <a:pt x="6801" y="7834"/>
                  <a:pt x="6794" y="7808"/>
                  <a:pt x="6779" y="7785"/>
                </a:cubicBezTo>
                <a:cubicBezTo>
                  <a:pt x="6765" y="7762"/>
                  <a:pt x="6745" y="7746"/>
                  <a:pt x="6721" y="7737"/>
                </a:cubicBezTo>
                <a:cubicBezTo>
                  <a:pt x="6697" y="7728"/>
                  <a:pt x="6658" y="7723"/>
                  <a:pt x="6604" y="7723"/>
                </a:cubicBezTo>
                <a:lnTo>
                  <a:pt x="6391" y="7723"/>
                </a:lnTo>
                <a:close/>
                <a:moveTo>
                  <a:pt x="5397" y="7723"/>
                </a:moveTo>
                <a:lnTo>
                  <a:pt x="5397" y="7808"/>
                </a:lnTo>
                <a:lnTo>
                  <a:pt x="5545" y="7808"/>
                </a:lnTo>
                <a:lnTo>
                  <a:pt x="5545" y="8224"/>
                </a:lnTo>
                <a:lnTo>
                  <a:pt x="5646" y="8224"/>
                </a:lnTo>
                <a:lnTo>
                  <a:pt x="5646" y="7808"/>
                </a:lnTo>
                <a:lnTo>
                  <a:pt x="5794" y="7808"/>
                </a:lnTo>
                <a:lnTo>
                  <a:pt x="5794" y="7723"/>
                </a:lnTo>
                <a:lnTo>
                  <a:pt x="5397" y="7723"/>
                </a:lnTo>
                <a:close/>
                <a:moveTo>
                  <a:pt x="5120" y="7723"/>
                </a:moveTo>
                <a:lnTo>
                  <a:pt x="4927" y="8224"/>
                </a:lnTo>
                <a:lnTo>
                  <a:pt x="5035" y="8224"/>
                </a:lnTo>
                <a:lnTo>
                  <a:pt x="5077" y="8110"/>
                </a:lnTo>
                <a:lnTo>
                  <a:pt x="5278" y="8110"/>
                </a:lnTo>
                <a:lnTo>
                  <a:pt x="5321" y="8224"/>
                </a:lnTo>
                <a:lnTo>
                  <a:pt x="5430" y="8224"/>
                </a:lnTo>
                <a:lnTo>
                  <a:pt x="5228" y="7723"/>
                </a:lnTo>
                <a:lnTo>
                  <a:pt x="5120" y="7723"/>
                </a:lnTo>
                <a:close/>
                <a:moveTo>
                  <a:pt x="4512" y="7723"/>
                </a:moveTo>
                <a:lnTo>
                  <a:pt x="4691" y="8224"/>
                </a:lnTo>
                <a:lnTo>
                  <a:pt x="4800" y="8224"/>
                </a:lnTo>
                <a:lnTo>
                  <a:pt x="4978" y="7723"/>
                </a:lnTo>
                <a:lnTo>
                  <a:pt x="4871" y="7723"/>
                </a:lnTo>
                <a:lnTo>
                  <a:pt x="4749" y="8094"/>
                </a:lnTo>
                <a:lnTo>
                  <a:pt x="4622" y="7723"/>
                </a:lnTo>
                <a:lnTo>
                  <a:pt x="4512" y="7723"/>
                </a:lnTo>
                <a:close/>
                <a:moveTo>
                  <a:pt x="3513" y="7723"/>
                </a:moveTo>
                <a:lnTo>
                  <a:pt x="3513" y="8224"/>
                </a:lnTo>
                <a:lnTo>
                  <a:pt x="3607" y="8224"/>
                </a:lnTo>
                <a:lnTo>
                  <a:pt x="3607" y="7895"/>
                </a:lnTo>
                <a:lnTo>
                  <a:pt x="3810" y="8224"/>
                </a:lnTo>
                <a:lnTo>
                  <a:pt x="3912" y="8224"/>
                </a:lnTo>
                <a:lnTo>
                  <a:pt x="3912" y="7723"/>
                </a:lnTo>
                <a:lnTo>
                  <a:pt x="3818" y="7723"/>
                </a:lnTo>
                <a:lnTo>
                  <a:pt x="3818" y="8059"/>
                </a:lnTo>
                <a:lnTo>
                  <a:pt x="3611" y="7723"/>
                </a:lnTo>
                <a:lnTo>
                  <a:pt x="3513" y="7723"/>
                </a:lnTo>
                <a:close/>
                <a:moveTo>
                  <a:pt x="3007" y="7723"/>
                </a:moveTo>
                <a:lnTo>
                  <a:pt x="3007" y="8224"/>
                </a:lnTo>
                <a:lnTo>
                  <a:pt x="3101" y="8224"/>
                </a:lnTo>
                <a:lnTo>
                  <a:pt x="3101" y="7895"/>
                </a:lnTo>
                <a:lnTo>
                  <a:pt x="3304" y="8224"/>
                </a:lnTo>
                <a:lnTo>
                  <a:pt x="3406" y="8224"/>
                </a:lnTo>
                <a:lnTo>
                  <a:pt x="3406" y="7723"/>
                </a:lnTo>
                <a:lnTo>
                  <a:pt x="3312" y="7723"/>
                </a:lnTo>
                <a:lnTo>
                  <a:pt x="3312" y="8059"/>
                </a:lnTo>
                <a:lnTo>
                  <a:pt x="3105" y="7723"/>
                </a:lnTo>
                <a:lnTo>
                  <a:pt x="3007" y="7723"/>
                </a:lnTo>
                <a:close/>
                <a:moveTo>
                  <a:pt x="2810" y="7723"/>
                </a:moveTo>
                <a:lnTo>
                  <a:pt x="2810" y="8224"/>
                </a:lnTo>
                <a:lnTo>
                  <a:pt x="2911" y="8224"/>
                </a:lnTo>
                <a:lnTo>
                  <a:pt x="2911" y="7723"/>
                </a:lnTo>
                <a:lnTo>
                  <a:pt x="2810" y="7723"/>
                </a:lnTo>
                <a:close/>
                <a:moveTo>
                  <a:pt x="2114" y="7723"/>
                </a:moveTo>
                <a:lnTo>
                  <a:pt x="2297" y="8013"/>
                </a:lnTo>
                <a:lnTo>
                  <a:pt x="2297" y="8224"/>
                </a:lnTo>
                <a:lnTo>
                  <a:pt x="2398" y="8224"/>
                </a:lnTo>
                <a:lnTo>
                  <a:pt x="2398" y="8014"/>
                </a:lnTo>
                <a:lnTo>
                  <a:pt x="2582" y="7723"/>
                </a:lnTo>
                <a:lnTo>
                  <a:pt x="2465" y="7723"/>
                </a:lnTo>
                <a:lnTo>
                  <a:pt x="2350" y="7921"/>
                </a:lnTo>
                <a:lnTo>
                  <a:pt x="2233" y="7723"/>
                </a:lnTo>
                <a:lnTo>
                  <a:pt x="2114" y="7723"/>
                </a:lnTo>
                <a:close/>
                <a:moveTo>
                  <a:pt x="1659" y="7723"/>
                </a:moveTo>
                <a:lnTo>
                  <a:pt x="1659" y="8224"/>
                </a:lnTo>
                <a:lnTo>
                  <a:pt x="1830" y="8224"/>
                </a:lnTo>
                <a:cubicBezTo>
                  <a:pt x="1894" y="8224"/>
                  <a:pt x="1935" y="8222"/>
                  <a:pt x="1952" y="8221"/>
                </a:cubicBezTo>
                <a:cubicBezTo>
                  <a:pt x="1979" y="8218"/>
                  <a:pt x="2001" y="8210"/>
                  <a:pt x="2020" y="8197"/>
                </a:cubicBezTo>
                <a:cubicBezTo>
                  <a:pt x="2038" y="8184"/>
                  <a:pt x="2052" y="8167"/>
                  <a:pt x="2063" y="8145"/>
                </a:cubicBezTo>
                <a:cubicBezTo>
                  <a:pt x="2074" y="8124"/>
                  <a:pt x="2079" y="8101"/>
                  <a:pt x="2079" y="8079"/>
                </a:cubicBezTo>
                <a:cubicBezTo>
                  <a:pt x="2079" y="8050"/>
                  <a:pt x="2071" y="8024"/>
                  <a:pt x="2055" y="8003"/>
                </a:cubicBezTo>
                <a:cubicBezTo>
                  <a:pt x="2038" y="7981"/>
                  <a:pt x="2015" y="7966"/>
                  <a:pt x="1984" y="7957"/>
                </a:cubicBezTo>
                <a:cubicBezTo>
                  <a:pt x="2006" y="7948"/>
                  <a:pt x="2023" y="7933"/>
                  <a:pt x="2035" y="7913"/>
                </a:cubicBezTo>
                <a:cubicBezTo>
                  <a:pt x="2048" y="7894"/>
                  <a:pt x="2054" y="7872"/>
                  <a:pt x="2054" y="7849"/>
                </a:cubicBezTo>
                <a:cubicBezTo>
                  <a:pt x="2054" y="7827"/>
                  <a:pt x="2049" y="7808"/>
                  <a:pt x="2039" y="7790"/>
                </a:cubicBezTo>
                <a:cubicBezTo>
                  <a:pt x="2028" y="7773"/>
                  <a:pt x="2016" y="7759"/>
                  <a:pt x="2000" y="7749"/>
                </a:cubicBezTo>
                <a:cubicBezTo>
                  <a:pt x="1985" y="7738"/>
                  <a:pt x="1967" y="7731"/>
                  <a:pt x="1948" y="7728"/>
                </a:cubicBezTo>
                <a:cubicBezTo>
                  <a:pt x="1928" y="7725"/>
                  <a:pt x="1899" y="7723"/>
                  <a:pt x="1859" y="7723"/>
                </a:cubicBezTo>
                <a:lnTo>
                  <a:pt x="1659" y="7723"/>
                </a:lnTo>
                <a:close/>
                <a:moveTo>
                  <a:pt x="7072" y="7714"/>
                </a:moveTo>
                <a:cubicBezTo>
                  <a:pt x="7034" y="7714"/>
                  <a:pt x="7001" y="7720"/>
                  <a:pt x="6974" y="7731"/>
                </a:cubicBezTo>
                <a:cubicBezTo>
                  <a:pt x="6947" y="7743"/>
                  <a:pt x="6926" y="7760"/>
                  <a:pt x="6912" y="7782"/>
                </a:cubicBezTo>
                <a:cubicBezTo>
                  <a:pt x="6897" y="7804"/>
                  <a:pt x="6890" y="7828"/>
                  <a:pt x="6890" y="7854"/>
                </a:cubicBezTo>
                <a:cubicBezTo>
                  <a:pt x="6890" y="7893"/>
                  <a:pt x="6905" y="7927"/>
                  <a:pt x="6936" y="7955"/>
                </a:cubicBezTo>
                <a:cubicBezTo>
                  <a:pt x="6958" y="7974"/>
                  <a:pt x="6996" y="7991"/>
                  <a:pt x="7050" y="8004"/>
                </a:cubicBezTo>
                <a:cubicBezTo>
                  <a:pt x="7092" y="8015"/>
                  <a:pt x="7119" y="8022"/>
                  <a:pt x="7130" y="8026"/>
                </a:cubicBezTo>
                <a:cubicBezTo>
                  <a:pt x="7148" y="8032"/>
                  <a:pt x="7160" y="8039"/>
                  <a:pt x="7167" y="8048"/>
                </a:cubicBezTo>
                <a:cubicBezTo>
                  <a:pt x="7174" y="8056"/>
                  <a:pt x="7177" y="8066"/>
                  <a:pt x="7177" y="8078"/>
                </a:cubicBezTo>
                <a:cubicBezTo>
                  <a:pt x="7177" y="8096"/>
                  <a:pt x="7169" y="8113"/>
                  <a:pt x="7152" y="8126"/>
                </a:cubicBezTo>
                <a:cubicBezTo>
                  <a:pt x="7136" y="8140"/>
                  <a:pt x="7111" y="8147"/>
                  <a:pt x="7078" y="8147"/>
                </a:cubicBezTo>
                <a:cubicBezTo>
                  <a:pt x="7048" y="8147"/>
                  <a:pt x="7023" y="8139"/>
                  <a:pt x="7005" y="8124"/>
                </a:cubicBezTo>
                <a:cubicBezTo>
                  <a:pt x="6987" y="8108"/>
                  <a:pt x="6975" y="8084"/>
                  <a:pt x="6969" y="8051"/>
                </a:cubicBezTo>
                <a:lnTo>
                  <a:pt x="6871" y="8061"/>
                </a:lnTo>
                <a:cubicBezTo>
                  <a:pt x="6878" y="8117"/>
                  <a:pt x="6898" y="8160"/>
                  <a:pt x="6932" y="8189"/>
                </a:cubicBezTo>
                <a:cubicBezTo>
                  <a:pt x="6966" y="8218"/>
                  <a:pt x="7014" y="8233"/>
                  <a:pt x="7078" y="8233"/>
                </a:cubicBezTo>
                <a:cubicBezTo>
                  <a:pt x="7121" y="8233"/>
                  <a:pt x="7157" y="8227"/>
                  <a:pt x="7186" y="8215"/>
                </a:cubicBezTo>
                <a:cubicBezTo>
                  <a:pt x="7216" y="8202"/>
                  <a:pt x="7238" y="8184"/>
                  <a:pt x="7254" y="8159"/>
                </a:cubicBezTo>
                <a:cubicBezTo>
                  <a:pt x="7270" y="8134"/>
                  <a:pt x="7278" y="8107"/>
                  <a:pt x="7278" y="8078"/>
                </a:cubicBezTo>
                <a:cubicBezTo>
                  <a:pt x="7278" y="8046"/>
                  <a:pt x="7271" y="8019"/>
                  <a:pt x="7258" y="7998"/>
                </a:cubicBezTo>
                <a:cubicBezTo>
                  <a:pt x="7245" y="7976"/>
                  <a:pt x="7226" y="7959"/>
                  <a:pt x="7203" y="7947"/>
                </a:cubicBezTo>
                <a:cubicBezTo>
                  <a:pt x="7180" y="7934"/>
                  <a:pt x="7143" y="7922"/>
                  <a:pt x="7094" y="7911"/>
                </a:cubicBezTo>
                <a:cubicBezTo>
                  <a:pt x="7045" y="7899"/>
                  <a:pt x="7015" y="7888"/>
                  <a:pt x="7002" y="7877"/>
                </a:cubicBezTo>
                <a:cubicBezTo>
                  <a:pt x="6992" y="7869"/>
                  <a:pt x="6987" y="7859"/>
                  <a:pt x="6987" y="7847"/>
                </a:cubicBezTo>
                <a:cubicBezTo>
                  <a:pt x="6987" y="7834"/>
                  <a:pt x="6992" y="7824"/>
                  <a:pt x="7003" y="7816"/>
                </a:cubicBezTo>
                <a:cubicBezTo>
                  <a:pt x="7020" y="7804"/>
                  <a:pt x="7042" y="7798"/>
                  <a:pt x="7072" y="7798"/>
                </a:cubicBezTo>
                <a:cubicBezTo>
                  <a:pt x="7100" y="7798"/>
                  <a:pt x="7121" y="7804"/>
                  <a:pt x="7135" y="7815"/>
                </a:cubicBezTo>
                <a:cubicBezTo>
                  <a:pt x="7149" y="7826"/>
                  <a:pt x="7159" y="7844"/>
                  <a:pt x="7163" y="7870"/>
                </a:cubicBezTo>
                <a:lnTo>
                  <a:pt x="7264" y="7866"/>
                </a:lnTo>
                <a:cubicBezTo>
                  <a:pt x="7262" y="7820"/>
                  <a:pt x="7246" y="7783"/>
                  <a:pt x="7214" y="7755"/>
                </a:cubicBezTo>
                <a:cubicBezTo>
                  <a:pt x="7182" y="7728"/>
                  <a:pt x="7135" y="7714"/>
                  <a:pt x="7072" y="7714"/>
                </a:cubicBezTo>
                <a:close/>
                <a:moveTo>
                  <a:pt x="6068" y="7714"/>
                </a:moveTo>
                <a:cubicBezTo>
                  <a:pt x="6028" y="7714"/>
                  <a:pt x="5992" y="7721"/>
                  <a:pt x="5960" y="7734"/>
                </a:cubicBezTo>
                <a:cubicBezTo>
                  <a:pt x="5937" y="7744"/>
                  <a:pt x="5915" y="7759"/>
                  <a:pt x="5896" y="7779"/>
                </a:cubicBezTo>
                <a:cubicBezTo>
                  <a:pt x="5876" y="7799"/>
                  <a:pt x="5860" y="7822"/>
                  <a:pt x="5849" y="7848"/>
                </a:cubicBezTo>
                <a:cubicBezTo>
                  <a:pt x="5834" y="7883"/>
                  <a:pt x="5826" y="7925"/>
                  <a:pt x="5826" y="7977"/>
                </a:cubicBezTo>
                <a:cubicBezTo>
                  <a:pt x="5826" y="8056"/>
                  <a:pt x="5848" y="8119"/>
                  <a:pt x="5892" y="8165"/>
                </a:cubicBezTo>
                <a:cubicBezTo>
                  <a:pt x="5936" y="8210"/>
                  <a:pt x="5995" y="8233"/>
                  <a:pt x="6070" y="8233"/>
                </a:cubicBezTo>
                <a:cubicBezTo>
                  <a:pt x="6143" y="8233"/>
                  <a:pt x="6202" y="8210"/>
                  <a:pt x="6246" y="8164"/>
                </a:cubicBezTo>
                <a:cubicBezTo>
                  <a:pt x="6290" y="8119"/>
                  <a:pt x="6312" y="8055"/>
                  <a:pt x="6312" y="7974"/>
                </a:cubicBezTo>
                <a:cubicBezTo>
                  <a:pt x="6312" y="7892"/>
                  <a:pt x="6290" y="7829"/>
                  <a:pt x="6246" y="7783"/>
                </a:cubicBezTo>
                <a:cubicBezTo>
                  <a:pt x="6201" y="7737"/>
                  <a:pt x="6142" y="7714"/>
                  <a:pt x="6068" y="7714"/>
                </a:cubicBezTo>
                <a:close/>
                <a:moveTo>
                  <a:pt x="4240" y="7714"/>
                </a:moveTo>
                <a:cubicBezTo>
                  <a:pt x="4200" y="7714"/>
                  <a:pt x="4164" y="7721"/>
                  <a:pt x="4132" y="7734"/>
                </a:cubicBezTo>
                <a:cubicBezTo>
                  <a:pt x="4109" y="7744"/>
                  <a:pt x="4087" y="7759"/>
                  <a:pt x="4068" y="7779"/>
                </a:cubicBezTo>
                <a:cubicBezTo>
                  <a:pt x="4048" y="7799"/>
                  <a:pt x="4032" y="7822"/>
                  <a:pt x="4021" y="7848"/>
                </a:cubicBezTo>
                <a:cubicBezTo>
                  <a:pt x="4006" y="7883"/>
                  <a:pt x="3998" y="7925"/>
                  <a:pt x="3998" y="7977"/>
                </a:cubicBezTo>
                <a:cubicBezTo>
                  <a:pt x="3998" y="8056"/>
                  <a:pt x="4020" y="8119"/>
                  <a:pt x="4064" y="8165"/>
                </a:cubicBezTo>
                <a:cubicBezTo>
                  <a:pt x="4108" y="8210"/>
                  <a:pt x="4167" y="8233"/>
                  <a:pt x="4242" y="8233"/>
                </a:cubicBezTo>
                <a:cubicBezTo>
                  <a:pt x="4315" y="8233"/>
                  <a:pt x="4374" y="8210"/>
                  <a:pt x="4418" y="8164"/>
                </a:cubicBezTo>
                <a:cubicBezTo>
                  <a:pt x="4462" y="8119"/>
                  <a:pt x="4484" y="8055"/>
                  <a:pt x="4484" y="7974"/>
                </a:cubicBezTo>
                <a:cubicBezTo>
                  <a:pt x="4484" y="7892"/>
                  <a:pt x="4462" y="7829"/>
                  <a:pt x="4418" y="7783"/>
                </a:cubicBezTo>
                <a:cubicBezTo>
                  <a:pt x="4373" y="7737"/>
                  <a:pt x="4314" y="7714"/>
                  <a:pt x="4240" y="7714"/>
                </a:cubicBezTo>
                <a:close/>
                <a:moveTo>
                  <a:pt x="6061" y="5108"/>
                </a:moveTo>
                <a:lnTo>
                  <a:pt x="6239" y="5585"/>
                </a:lnTo>
                <a:lnTo>
                  <a:pt x="5886" y="5585"/>
                </a:lnTo>
                <a:lnTo>
                  <a:pt x="6061" y="5108"/>
                </a:lnTo>
                <a:close/>
                <a:moveTo>
                  <a:pt x="3315" y="5025"/>
                </a:moveTo>
                <a:lnTo>
                  <a:pt x="3518" y="5025"/>
                </a:lnTo>
                <a:cubicBezTo>
                  <a:pt x="3624" y="5025"/>
                  <a:pt x="3687" y="5026"/>
                  <a:pt x="3708" y="5029"/>
                </a:cubicBezTo>
                <a:cubicBezTo>
                  <a:pt x="3750" y="5036"/>
                  <a:pt x="3783" y="5053"/>
                  <a:pt x="3806" y="5080"/>
                </a:cubicBezTo>
                <a:cubicBezTo>
                  <a:pt x="3829" y="5107"/>
                  <a:pt x="3841" y="5142"/>
                  <a:pt x="3841" y="5185"/>
                </a:cubicBezTo>
                <a:cubicBezTo>
                  <a:pt x="3841" y="5224"/>
                  <a:pt x="3832" y="5256"/>
                  <a:pt x="3815" y="5282"/>
                </a:cubicBezTo>
                <a:cubicBezTo>
                  <a:pt x="3797" y="5307"/>
                  <a:pt x="3773" y="5326"/>
                  <a:pt x="3742" y="5336"/>
                </a:cubicBezTo>
                <a:cubicBezTo>
                  <a:pt x="3711" y="5347"/>
                  <a:pt x="3633" y="5352"/>
                  <a:pt x="3508" y="5352"/>
                </a:cubicBezTo>
                <a:lnTo>
                  <a:pt x="3315" y="5352"/>
                </a:lnTo>
                <a:lnTo>
                  <a:pt x="3315" y="5025"/>
                </a:lnTo>
                <a:close/>
                <a:moveTo>
                  <a:pt x="6630" y="4807"/>
                </a:moveTo>
                <a:lnTo>
                  <a:pt x="6630" y="5025"/>
                </a:lnTo>
                <a:lnTo>
                  <a:pt x="7012" y="5025"/>
                </a:lnTo>
                <a:lnTo>
                  <a:pt x="7012" y="6096"/>
                </a:lnTo>
                <a:lnTo>
                  <a:pt x="7272" y="6096"/>
                </a:lnTo>
                <a:lnTo>
                  <a:pt x="7272" y="5025"/>
                </a:lnTo>
                <a:lnTo>
                  <a:pt x="7653" y="5025"/>
                </a:lnTo>
                <a:lnTo>
                  <a:pt x="7653" y="4807"/>
                </a:lnTo>
                <a:lnTo>
                  <a:pt x="6630" y="4807"/>
                </a:lnTo>
                <a:close/>
                <a:moveTo>
                  <a:pt x="5925" y="4807"/>
                </a:moveTo>
                <a:lnTo>
                  <a:pt x="5424" y="6096"/>
                </a:lnTo>
                <a:lnTo>
                  <a:pt x="5700" y="6096"/>
                </a:lnTo>
                <a:lnTo>
                  <a:pt x="5807" y="5803"/>
                </a:lnTo>
                <a:lnTo>
                  <a:pt x="6322" y="5803"/>
                </a:lnTo>
                <a:lnTo>
                  <a:pt x="6434" y="6096"/>
                </a:lnTo>
                <a:lnTo>
                  <a:pt x="6717" y="6096"/>
                </a:lnTo>
                <a:lnTo>
                  <a:pt x="6202" y="4807"/>
                </a:lnTo>
                <a:lnTo>
                  <a:pt x="5925" y="4807"/>
                </a:lnTo>
                <a:close/>
                <a:moveTo>
                  <a:pt x="4355" y="4807"/>
                </a:moveTo>
                <a:lnTo>
                  <a:pt x="4355" y="6096"/>
                </a:lnTo>
                <a:lnTo>
                  <a:pt x="5334" y="6096"/>
                </a:lnTo>
                <a:lnTo>
                  <a:pt x="5334" y="5878"/>
                </a:lnTo>
                <a:lnTo>
                  <a:pt x="4615" y="5878"/>
                </a:lnTo>
                <a:lnTo>
                  <a:pt x="4615" y="5528"/>
                </a:lnTo>
                <a:lnTo>
                  <a:pt x="5261" y="5528"/>
                </a:lnTo>
                <a:lnTo>
                  <a:pt x="5261" y="5310"/>
                </a:lnTo>
                <a:lnTo>
                  <a:pt x="4615" y="5310"/>
                </a:lnTo>
                <a:lnTo>
                  <a:pt x="4615" y="5025"/>
                </a:lnTo>
                <a:lnTo>
                  <a:pt x="5309" y="5025"/>
                </a:lnTo>
                <a:lnTo>
                  <a:pt x="5309" y="4807"/>
                </a:lnTo>
                <a:lnTo>
                  <a:pt x="4355" y="4807"/>
                </a:lnTo>
                <a:close/>
                <a:moveTo>
                  <a:pt x="3055" y="4807"/>
                </a:moveTo>
                <a:lnTo>
                  <a:pt x="3055" y="6096"/>
                </a:lnTo>
                <a:lnTo>
                  <a:pt x="3315" y="6096"/>
                </a:lnTo>
                <a:lnTo>
                  <a:pt x="3315" y="5558"/>
                </a:lnTo>
                <a:lnTo>
                  <a:pt x="3368" y="5558"/>
                </a:lnTo>
                <a:cubicBezTo>
                  <a:pt x="3428" y="5558"/>
                  <a:pt x="3472" y="5563"/>
                  <a:pt x="3499" y="5572"/>
                </a:cubicBezTo>
                <a:cubicBezTo>
                  <a:pt x="3527" y="5582"/>
                  <a:pt x="3553" y="5600"/>
                  <a:pt x="3578" y="5626"/>
                </a:cubicBezTo>
                <a:cubicBezTo>
                  <a:pt x="3602" y="5652"/>
                  <a:pt x="3648" y="5715"/>
                  <a:pt x="3715" y="5815"/>
                </a:cubicBezTo>
                <a:lnTo>
                  <a:pt x="3903" y="6096"/>
                </a:lnTo>
                <a:lnTo>
                  <a:pt x="4214" y="6096"/>
                </a:lnTo>
                <a:lnTo>
                  <a:pt x="4057" y="5845"/>
                </a:lnTo>
                <a:cubicBezTo>
                  <a:pt x="3995" y="5744"/>
                  <a:pt x="3945" y="5675"/>
                  <a:pt x="3909" y="5635"/>
                </a:cubicBezTo>
                <a:cubicBezTo>
                  <a:pt x="3872" y="5596"/>
                  <a:pt x="3826" y="5560"/>
                  <a:pt x="3770" y="5527"/>
                </a:cubicBezTo>
                <a:cubicBezTo>
                  <a:pt x="3882" y="5511"/>
                  <a:pt x="3967" y="5471"/>
                  <a:pt x="4024" y="5408"/>
                </a:cubicBezTo>
                <a:cubicBezTo>
                  <a:pt x="4081" y="5345"/>
                  <a:pt x="4109" y="5265"/>
                  <a:pt x="4109" y="5168"/>
                </a:cubicBezTo>
                <a:cubicBezTo>
                  <a:pt x="4109" y="5092"/>
                  <a:pt x="4090" y="5024"/>
                  <a:pt x="4053" y="4965"/>
                </a:cubicBezTo>
                <a:cubicBezTo>
                  <a:pt x="4015" y="4906"/>
                  <a:pt x="3965" y="4865"/>
                  <a:pt x="3903" y="4842"/>
                </a:cubicBezTo>
                <a:cubicBezTo>
                  <a:pt x="3840" y="4819"/>
                  <a:pt x="3740" y="4807"/>
                  <a:pt x="3603" y="4807"/>
                </a:cubicBezTo>
                <a:lnTo>
                  <a:pt x="3055" y="4807"/>
                </a:lnTo>
                <a:close/>
                <a:moveTo>
                  <a:pt x="1755" y="4807"/>
                </a:moveTo>
                <a:lnTo>
                  <a:pt x="1755" y="6096"/>
                </a:lnTo>
                <a:lnTo>
                  <a:pt x="2015" y="6096"/>
                </a:lnTo>
                <a:lnTo>
                  <a:pt x="2015" y="5532"/>
                </a:lnTo>
                <a:lnTo>
                  <a:pt x="2525" y="5532"/>
                </a:lnTo>
                <a:lnTo>
                  <a:pt x="2525" y="6096"/>
                </a:lnTo>
                <a:lnTo>
                  <a:pt x="2785" y="6096"/>
                </a:lnTo>
                <a:lnTo>
                  <a:pt x="2785" y="4807"/>
                </a:lnTo>
                <a:lnTo>
                  <a:pt x="2525" y="4807"/>
                </a:lnTo>
                <a:lnTo>
                  <a:pt x="2525" y="5314"/>
                </a:lnTo>
                <a:lnTo>
                  <a:pt x="2015" y="5314"/>
                </a:lnTo>
                <a:lnTo>
                  <a:pt x="2015" y="4807"/>
                </a:lnTo>
                <a:lnTo>
                  <a:pt x="1755" y="4807"/>
                </a:lnTo>
                <a:close/>
                <a:moveTo>
                  <a:pt x="563" y="4807"/>
                </a:moveTo>
                <a:lnTo>
                  <a:pt x="563" y="5025"/>
                </a:lnTo>
                <a:lnTo>
                  <a:pt x="945" y="5025"/>
                </a:lnTo>
                <a:lnTo>
                  <a:pt x="945" y="6096"/>
                </a:lnTo>
                <a:lnTo>
                  <a:pt x="1205" y="6096"/>
                </a:lnTo>
                <a:lnTo>
                  <a:pt x="1205" y="5025"/>
                </a:lnTo>
                <a:lnTo>
                  <a:pt x="1586" y="5025"/>
                </a:lnTo>
                <a:lnTo>
                  <a:pt x="1586" y="4807"/>
                </a:lnTo>
                <a:lnTo>
                  <a:pt x="563" y="4807"/>
                </a:lnTo>
                <a:close/>
                <a:moveTo>
                  <a:pt x="2745" y="2658"/>
                </a:moveTo>
                <a:lnTo>
                  <a:pt x="2745" y="3936"/>
                </a:lnTo>
                <a:lnTo>
                  <a:pt x="3653" y="3936"/>
                </a:lnTo>
                <a:lnTo>
                  <a:pt x="3653" y="3718"/>
                </a:lnTo>
                <a:lnTo>
                  <a:pt x="3005" y="3718"/>
                </a:lnTo>
                <a:lnTo>
                  <a:pt x="3005" y="2658"/>
                </a:lnTo>
                <a:lnTo>
                  <a:pt x="2745" y="2658"/>
                </a:lnTo>
                <a:close/>
                <a:moveTo>
                  <a:pt x="6248" y="2647"/>
                </a:moveTo>
                <a:lnTo>
                  <a:pt x="6248" y="2865"/>
                </a:lnTo>
                <a:lnTo>
                  <a:pt x="6630" y="2865"/>
                </a:lnTo>
                <a:lnTo>
                  <a:pt x="6630" y="3936"/>
                </a:lnTo>
                <a:lnTo>
                  <a:pt x="6890" y="3936"/>
                </a:lnTo>
                <a:lnTo>
                  <a:pt x="6890" y="2865"/>
                </a:lnTo>
                <a:lnTo>
                  <a:pt x="7271" y="2865"/>
                </a:lnTo>
                <a:lnTo>
                  <a:pt x="7271" y="2647"/>
                </a:lnTo>
                <a:lnTo>
                  <a:pt x="6248" y="2647"/>
                </a:lnTo>
                <a:close/>
                <a:moveTo>
                  <a:pt x="5042" y="2647"/>
                </a:moveTo>
                <a:lnTo>
                  <a:pt x="5042" y="3936"/>
                </a:lnTo>
                <a:lnTo>
                  <a:pt x="5283" y="3936"/>
                </a:lnTo>
                <a:lnTo>
                  <a:pt x="5283" y="3092"/>
                </a:lnTo>
                <a:lnTo>
                  <a:pt x="5804" y="3936"/>
                </a:lnTo>
                <a:lnTo>
                  <a:pt x="6064" y="3936"/>
                </a:lnTo>
                <a:lnTo>
                  <a:pt x="6064" y="2647"/>
                </a:lnTo>
                <a:lnTo>
                  <a:pt x="5823" y="2647"/>
                </a:lnTo>
                <a:lnTo>
                  <a:pt x="5823" y="3510"/>
                </a:lnTo>
                <a:lnTo>
                  <a:pt x="5294" y="2647"/>
                </a:lnTo>
                <a:lnTo>
                  <a:pt x="5042" y="2647"/>
                </a:lnTo>
                <a:close/>
                <a:moveTo>
                  <a:pt x="3839" y="2647"/>
                </a:moveTo>
                <a:lnTo>
                  <a:pt x="3839" y="3936"/>
                </a:lnTo>
                <a:lnTo>
                  <a:pt x="4818" y="3936"/>
                </a:lnTo>
                <a:lnTo>
                  <a:pt x="4818" y="3718"/>
                </a:lnTo>
                <a:lnTo>
                  <a:pt x="4099" y="3718"/>
                </a:lnTo>
                <a:lnTo>
                  <a:pt x="4099" y="3368"/>
                </a:lnTo>
                <a:lnTo>
                  <a:pt x="4745" y="3368"/>
                </a:lnTo>
                <a:lnTo>
                  <a:pt x="4745" y="3150"/>
                </a:lnTo>
                <a:lnTo>
                  <a:pt x="4099" y="3150"/>
                </a:lnTo>
                <a:lnTo>
                  <a:pt x="4099" y="2865"/>
                </a:lnTo>
                <a:lnTo>
                  <a:pt x="4793" y="2865"/>
                </a:lnTo>
                <a:lnTo>
                  <a:pt x="4793" y="2647"/>
                </a:lnTo>
                <a:lnTo>
                  <a:pt x="3839" y="2647"/>
                </a:lnTo>
                <a:close/>
                <a:moveTo>
                  <a:pt x="2230" y="2647"/>
                </a:moveTo>
                <a:lnTo>
                  <a:pt x="2230" y="3936"/>
                </a:lnTo>
                <a:lnTo>
                  <a:pt x="2490" y="3936"/>
                </a:lnTo>
                <a:lnTo>
                  <a:pt x="2490" y="2647"/>
                </a:lnTo>
                <a:lnTo>
                  <a:pt x="2230" y="2647"/>
                </a:lnTo>
                <a:close/>
                <a:moveTo>
                  <a:pt x="1488" y="2626"/>
                </a:moveTo>
                <a:cubicBezTo>
                  <a:pt x="1389" y="2626"/>
                  <a:pt x="1305" y="2641"/>
                  <a:pt x="1235" y="2671"/>
                </a:cubicBezTo>
                <a:cubicBezTo>
                  <a:pt x="1165" y="2701"/>
                  <a:pt x="1111" y="2744"/>
                  <a:pt x="1074" y="2801"/>
                </a:cubicBezTo>
                <a:cubicBezTo>
                  <a:pt x="1037" y="2858"/>
                  <a:pt x="1018" y="2920"/>
                  <a:pt x="1018" y="2985"/>
                </a:cubicBezTo>
                <a:cubicBezTo>
                  <a:pt x="1018" y="3087"/>
                  <a:pt x="1058" y="3174"/>
                  <a:pt x="1137" y="3245"/>
                </a:cubicBezTo>
                <a:cubicBezTo>
                  <a:pt x="1193" y="3295"/>
                  <a:pt x="1291" y="3338"/>
                  <a:pt x="1430" y="3372"/>
                </a:cubicBezTo>
                <a:cubicBezTo>
                  <a:pt x="1539" y="3399"/>
                  <a:pt x="1608" y="3418"/>
                  <a:pt x="1639" y="3429"/>
                </a:cubicBezTo>
                <a:cubicBezTo>
                  <a:pt x="1683" y="3445"/>
                  <a:pt x="1714" y="3463"/>
                  <a:pt x="1732" y="3485"/>
                </a:cubicBezTo>
                <a:cubicBezTo>
                  <a:pt x="1750" y="3506"/>
                  <a:pt x="1759" y="3532"/>
                  <a:pt x="1759" y="3562"/>
                </a:cubicBezTo>
                <a:cubicBezTo>
                  <a:pt x="1759" y="3610"/>
                  <a:pt x="1738" y="3651"/>
                  <a:pt x="1695" y="3687"/>
                </a:cubicBezTo>
                <a:cubicBezTo>
                  <a:pt x="1653" y="3722"/>
                  <a:pt x="1589" y="3740"/>
                  <a:pt x="1506" y="3740"/>
                </a:cubicBezTo>
                <a:cubicBezTo>
                  <a:pt x="1426" y="3740"/>
                  <a:pt x="1363" y="3720"/>
                  <a:pt x="1317" y="3680"/>
                </a:cubicBezTo>
                <a:cubicBezTo>
                  <a:pt x="1270" y="3640"/>
                  <a:pt x="1239" y="3578"/>
                  <a:pt x="1224" y="3493"/>
                </a:cubicBezTo>
                <a:lnTo>
                  <a:pt x="971" y="3518"/>
                </a:lnTo>
                <a:cubicBezTo>
                  <a:pt x="988" y="3662"/>
                  <a:pt x="1040" y="3772"/>
                  <a:pt x="1128" y="3847"/>
                </a:cubicBezTo>
                <a:cubicBezTo>
                  <a:pt x="1215" y="3922"/>
                  <a:pt x="1340" y="3960"/>
                  <a:pt x="1503" y="3960"/>
                </a:cubicBezTo>
                <a:cubicBezTo>
                  <a:pt x="1615" y="3960"/>
                  <a:pt x="1708" y="3944"/>
                  <a:pt x="1783" y="3913"/>
                </a:cubicBezTo>
                <a:cubicBezTo>
                  <a:pt x="1858" y="3882"/>
                  <a:pt x="1916" y="3834"/>
                  <a:pt x="1957" y="3769"/>
                </a:cubicBezTo>
                <a:cubicBezTo>
                  <a:pt x="1998" y="3704"/>
                  <a:pt x="2019" y="3635"/>
                  <a:pt x="2019" y="3561"/>
                </a:cubicBezTo>
                <a:cubicBezTo>
                  <a:pt x="2019" y="3480"/>
                  <a:pt x="2002" y="3411"/>
                  <a:pt x="1968" y="3356"/>
                </a:cubicBezTo>
                <a:cubicBezTo>
                  <a:pt x="1933" y="3300"/>
                  <a:pt x="1886" y="3257"/>
                  <a:pt x="1825" y="3225"/>
                </a:cubicBezTo>
                <a:cubicBezTo>
                  <a:pt x="1765" y="3193"/>
                  <a:pt x="1671" y="3162"/>
                  <a:pt x="1545" y="3132"/>
                </a:cubicBezTo>
                <a:cubicBezTo>
                  <a:pt x="1418" y="3102"/>
                  <a:pt x="1338" y="3073"/>
                  <a:pt x="1306" y="3046"/>
                </a:cubicBezTo>
                <a:cubicBezTo>
                  <a:pt x="1280" y="3024"/>
                  <a:pt x="1267" y="2998"/>
                  <a:pt x="1267" y="2967"/>
                </a:cubicBezTo>
                <a:cubicBezTo>
                  <a:pt x="1267" y="2934"/>
                  <a:pt x="1281" y="2907"/>
                  <a:pt x="1308" y="2888"/>
                </a:cubicBezTo>
                <a:cubicBezTo>
                  <a:pt x="1351" y="2857"/>
                  <a:pt x="1410" y="2841"/>
                  <a:pt x="1486" y="2841"/>
                </a:cubicBezTo>
                <a:cubicBezTo>
                  <a:pt x="1559" y="2841"/>
                  <a:pt x="1614" y="2855"/>
                  <a:pt x="1650" y="2884"/>
                </a:cubicBezTo>
                <a:cubicBezTo>
                  <a:pt x="1687" y="2913"/>
                  <a:pt x="1711" y="2961"/>
                  <a:pt x="1722" y="3027"/>
                </a:cubicBezTo>
                <a:lnTo>
                  <a:pt x="1982" y="3016"/>
                </a:lnTo>
                <a:cubicBezTo>
                  <a:pt x="1978" y="2898"/>
                  <a:pt x="1935" y="2803"/>
                  <a:pt x="1853" y="2732"/>
                </a:cubicBezTo>
                <a:cubicBezTo>
                  <a:pt x="1772" y="2661"/>
                  <a:pt x="1650" y="2626"/>
                  <a:pt x="1488" y="2626"/>
                </a:cubicBezTo>
                <a:close/>
                <a:moveTo>
                  <a:pt x="3838" y="487"/>
                </a:moveTo>
                <a:lnTo>
                  <a:pt x="3838" y="1776"/>
                </a:lnTo>
                <a:lnTo>
                  <a:pt x="4817" y="1776"/>
                </a:lnTo>
                <a:lnTo>
                  <a:pt x="4817" y="1558"/>
                </a:lnTo>
                <a:lnTo>
                  <a:pt x="4098" y="1558"/>
                </a:lnTo>
                <a:lnTo>
                  <a:pt x="4098" y="1208"/>
                </a:lnTo>
                <a:lnTo>
                  <a:pt x="4744" y="1208"/>
                </a:lnTo>
                <a:lnTo>
                  <a:pt x="4744" y="990"/>
                </a:lnTo>
                <a:lnTo>
                  <a:pt x="4098" y="990"/>
                </a:lnTo>
                <a:lnTo>
                  <a:pt x="4098" y="705"/>
                </a:lnTo>
                <a:lnTo>
                  <a:pt x="4792" y="705"/>
                </a:lnTo>
                <a:lnTo>
                  <a:pt x="4792" y="487"/>
                </a:lnTo>
                <a:lnTo>
                  <a:pt x="3838" y="487"/>
                </a:lnTo>
                <a:close/>
                <a:moveTo>
                  <a:pt x="2538" y="487"/>
                </a:moveTo>
                <a:lnTo>
                  <a:pt x="2538" y="1776"/>
                </a:lnTo>
                <a:lnTo>
                  <a:pt x="2798" y="1776"/>
                </a:lnTo>
                <a:lnTo>
                  <a:pt x="2798" y="1212"/>
                </a:lnTo>
                <a:lnTo>
                  <a:pt x="3308" y="1212"/>
                </a:lnTo>
                <a:lnTo>
                  <a:pt x="3308" y="1776"/>
                </a:lnTo>
                <a:lnTo>
                  <a:pt x="3568" y="1776"/>
                </a:lnTo>
                <a:lnTo>
                  <a:pt x="3568" y="487"/>
                </a:lnTo>
                <a:lnTo>
                  <a:pt x="3308" y="487"/>
                </a:lnTo>
                <a:lnTo>
                  <a:pt x="3308" y="994"/>
                </a:lnTo>
                <a:lnTo>
                  <a:pt x="2798" y="994"/>
                </a:lnTo>
                <a:lnTo>
                  <a:pt x="2798" y="487"/>
                </a:lnTo>
                <a:lnTo>
                  <a:pt x="2538" y="487"/>
                </a:lnTo>
                <a:close/>
                <a:moveTo>
                  <a:pt x="1346" y="487"/>
                </a:moveTo>
                <a:lnTo>
                  <a:pt x="1346" y="705"/>
                </a:lnTo>
                <a:lnTo>
                  <a:pt x="1728" y="705"/>
                </a:lnTo>
                <a:lnTo>
                  <a:pt x="1728" y="1776"/>
                </a:lnTo>
                <a:lnTo>
                  <a:pt x="1988" y="1776"/>
                </a:lnTo>
                <a:lnTo>
                  <a:pt x="1988" y="705"/>
                </a:lnTo>
                <a:lnTo>
                  <a:pt x="2369" y="705"/>
                </a:lnTo>
                <a:lnTo>
                  <a:pt x="2369" y="487"/>
                </a:lnTo>
                <a:lnTo>
                  <a:pt x="1346" y="487"/>
                </a:lnTo>
                <a:close/>
                <a:moveTo>
                  <a:pt x="0" y="0"/>
                </a:moveTo>
                <a:lnTo>
                  <a:pt x="18821" y="0"/>
                </a:lnTo>
                <a:lnTo>
                  <a:pt x="1882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rtlCol="0">
            <a:noAutofit/>
          </a:bodyPr>
          <a:p>
            <a:pPr algn="ctr"/>
            <a:endParaRPr lang="en-US" sz="7000"/>
          </a:p>
        </p:txBody>
      </p:sp>
      <p:sp>
        <p:nvSpPr>
          <p:cNvPr id="10" name="Text Box 9"/>
          <p:cNvSpPr txBox="1"/>
          <p:nvPr/>
        </p:nvSpPr>
        <p:spPr>
          <a:xfrm>
            <a:off x="13663295" y="580390"/>
            <a:ext cx="4768850" cy="54343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noAutofit/>
          </a:bodyPr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Traditional water monitoring relies on slow, manual observation. This critical delay in alerting leads to severe structural damage and extreme safety hazards.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We need a system that detects danger and acts instantly.</a:t>
            </a:r>
            <a:endParaRPr sz="2000" b="1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endParaRPr sz="20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r>
              <a:rPr sz="2000" b="1">
                <a:solidFill>
                  <a:schemeClr val="bg1"/>
                </a:solidFill>
                <a:latin typeface="Outfit SemiBold"/>
                <a:sym typeface="+mn-ea"/>
              </a:rPr>
              <a:t>Sudden Urban Flooding</a:t>
            </a:r>
            <a:endParaRPr sz="2000" b="1" i="0" u="none">
              <a:solidFill>
                <a:schemeClr val="bg1"/>
              </a:solidFill>
              <a:latin typeface="Outfit SemiBold"/>
            </a:endParaRPr>
          </a:p>
          <a:p>
            <a:r>
              <a:rPr sz="2000" b="1">
                <a:solidFill>
                  <a:schemeClr val="bg1"/>
                </a:solidFill>
                <a:latin typeface="Inter"/>
                <a:sym typeface="+mn-ea"/>
              </a:rPr>
              <a:t>Flash floods strike communities rapidly, often leaving residents with no time for evacuation or asset protection.</a:t>
            </a:r>
            <a:endParaRPr sz="2000" b="1" i="0" u="none">
              <a:solidFill>
                <a:schemeClr val="bg1"/>
              </a:solidFill>
              <a:latin typeface="Inter"/>
            </a:endParaRPr>
          </a:p>
          <a:p>
            <a:endParaRPr lang="en-US" sz="2000" b="1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743065" y="466090"/>
            <a:ext cx="4977765" cy="5980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 b="1">
                <a:solidFill>
                  <a:schemeClr val="bg1"/>
                </a:solidFill>
                <a:latin typeface="Inter"/>
                <a:sym typeface="+mn-ea"/>
              </a:rPr>
              <a:t>Traditional water monitoring relies on slow, manual observation. This critical delay in alerting leads to severe structural damage and extreme safety hazards.</a:t>
            </a:r>
            <a:endParaRPr sz="2400" b="1" i="0" u="none">
              <a:solidFill>
                <a:schemeClr val="bg1"/>
              </a:solidFill>
              <a:latin typeface="Inter"/>
            </a:endParaRPr>
          </a:p>
          <a:p>
            <a:r>
              <a:rPr sz="2400" b="1">
                <a:solidFill>
                  <a:schemeClr val="bg1"/>
                </a:solidFill>
                <a:latin typeface="Inter"/>
                <a:sym typeface="+mn-ea"/>
              </a:rPr>
              <a:t>We need a system that detects danger and acts instantly.</a:t>
            </a:r>
            <a:endParaRPr sz="2400" b="1">
              <a:solidFill>
                <a:schemeClr val="bg1"/>
              </a:solidFill>
              <a:latin typeface="Inter"/>
              <a:sym typeface="+mn-ea"/>
            </a:endParaRPr>
          </a:p>
          <a:p>
            <a:endParaRPr sz="24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endParaRPr sz="2400" b="1" i="0" u="none">
              <a:solidFill>
                <a:schemeClr val="bg1"/>
              </a:solidFill>
              <a:latin typeface="Inter"/>
              <a:sym typeface="+mn-ea"/>
            </a:endParaRPr>
          </a:p>
          <a:p>
            <a:r>
              <a:rPr sz="2400" b="1">
                <a:solidFill>
                  <a:schemeClr val="bg1"/>
                </a:solidFill>
                <a:latin typeface="Outfit SemiBold"/>
                <a:sym typeface="+mn-ea"/>
              </a:rPr>
              <a:t>Sudden Urban Flooding</a:t>
            </a:r>
            <a:endParaRPr sz="2400" b="1" i="0" u="none">
              <a:solidFill>
                <a:schemeClr val="bg1"/>
              </a:solidFill>
              <a:latin typeface="Outfit SemiBold"/>
            </a:endParaRPr>
          </a:p>
          <a:p>
            <a:r>
              <a:rPr sz="2400" b="1">
                <a:solidFill>
                  <a:schemeClr val="bg1"/>
                </a:solidFill>
                <a:latin typeface="Inter"/>
                <a:sym typeface="+mn-ea"/>
              </a:rPr>
              <a:t>Flash floods strike communities rapidly, often leaving residents with no time for evacuation or asset protection.</a:t>
            </a:r>
            <a:endParaRPr sz="2400" b="1" i="0" u="none">
              <a:solidFill>
                <a:schemeClr val="bg1"/>
              </a:solidFill>
              <a:latin typeface="Inter"/>
            </a:endParaRPr>
          </a:p>
          <a:p>
            <a:endParaRPr lang="en-US" b="1" i="0" u="none">
              <a:solidFill>
                <a:schemeClr val="bg1"/>
              </a:solidFill>
              <a:latin typeface="Inter"/>
            </a:endParaRPr>
          </a:p>
          <a:p>
            <a:endParaRPr 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14" descr="Kanagawa-oki_nami-ura_-_2_waves_or_2_Fuj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275"/>
            <a:ext cx="12239625" cy="6816725"/>
          </a:xfrm>
          <a:prstGeom prst="rect">
            <a:avLst/>
          </a:prstGeom>
        </p:spPr>
      </p:pic>
      <p:sp>
        <p:nvSpPr>
          <p:cNvPr id="18" name="Freeform 17"/>
          <p:cNvSpPr/>
          <p:nvPr/>
        </p:nvSpPr>
        <p:spPr>
          <a:xfrm>
            <a:off x="786130" y="390525"/>
            <a:ext cx="10361930" cy="56578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318" h="8910">
                <a:moveTo>
                  <a:pt x="3171" y="3358"/>
                </a:moveTo>
                <a:cubicBezTo>
                  <a:pt x="3173" y="3360"/>
                  <a:pt x="3181" y="3373"/>
                  <a:pt x="3196" y="3397"/>
                </a:cubicBezTo>
                <a:cubicBezTo>
                  <a:pt x="3200" y="3404"/>
                  <a:pt x="3203" y="3409"/>
                  <a:pt x="3205" y="3412"/>
                </a:cubicBezTo>
                <a:cubicBezTo>
                  <a:pt x="3207" y="3414"/>
                  <a:pt x="3214" y="3421"/>
                  <a:pt x="3225" y="3431"/>
                </a:cubicBezTo>
                <a:cubicBezTo>
                  <a:pt x="3237" y="3442"/>
                  <a:pt x="3244" y="3449"/>
                  <a:pt x="3247" y="3453"/>
                </a:cubicBezTo>
                <a:cubicBezTo>
                  <a:pt x="3215" y="3468"/>
                  <a:pt x="3193" y="3475"/>
                  <a:pt x="3179" y="3475"/>
                </a:cubicBezTo>
                <a:cubicBezTo>
                  <a:pt x="3166" y="3475"/>
                  <a:pt x="3153" y="3471"/>
                  <a:pt x="3140" y="3463"/>
                </a:cubicBezTo>
                <a:cubicBezTo>
                  <a:pt x="3127" y="3454"/>
                  <a:pt x="3121" y="3444"/>
                  <a:pt x="3121" y="3432"/>
                </a:cubicBezTo>
                <a:cubicBezTo>
                  <a:pt x="3121" y="3420"/>
                  <a:pt x="3126" y="3406"/>
                  <a:pt x="3136" y="3391"/>
                </a:cubicBezTo>
                <a:cubicBezTo>
                  <a:pt x="3145" y="3376"/>
                  <a:pt x="3157" y="3365"/>
                  <a:pt x="3171" y="3358"/>
                </a:cubicBezTo>
                <a:close/>
                <a:moveTo>
                  <a:pt x="5249" y="3305"/>
                </a:moveTo>
                <a:cubicBezTo>
                  <a:pt x="5260" y="3305"/>
                  <a:pt x="5266" y="3313"/>
                  <a:pt x="5266" y="3328"/>
                </a:cubicBezTo>
                <a:cubicBezTo>
                  <a:pt x="5266" y="3341"/>
                  <a:pt x="5259" y="3358"/>
                  <a:pt x="5245" y="3381"/>
                </a:cubicBezTo>
                <a:cubicBezTo>
                  <a:pt x="5231" y="3403"/>
                  <a:pt x="5214" y="3420"/>
                  <a:pt x="5195" y="3433"/>
                </a:cubicBezTo>
                <a:cubicBezTo>
                  <a:pt x="5175" y="3445"/>
                  <a:pt x="5159" y="3451"/>
                  <a:pt x="5147" y="3451"/>
                </a:cubicBezTo>
                <a:cubicBezTo>
                  <a:pt x="5143" y="3451"/>
                  <a:pt x="5139" y="3450"/>
                  <a:pt x="5136" y="3447"/>
                </a:cubicBezTo>
                <a:cubicBezTo>
                  <a:pt x="5133" y="3444"/>
                  <a:pt x="5131" y="3440"/>
                  <a:pt x="5131" y="3434"/>
                </a:cubicBezTo>
                <a:cubicBezTo>
                  <a:pt x="5131" y="3419"/>
                  <a:pt x="5139" y="3399"/>
                  <a:pt x="5155" y="3376"/>
                </a:cubicBezTo>
                <a:cubicBezTo>
                  <a:pt x="5172" y="3353"/>
                  <a:pt x="5189" y="3335"/>
                  <a:pt x="5206" y="3323"/>
                </a:cubicBezTo>
                <a:cubicBezTo>
                  <a:pt x="5223" y="3311"/>
                  <a:pt x="5238" y="3305"/>
                  <a:pt x="5249" y="3305"/>
                </a:cubicBezTo>
                <a:close/>
                <a:moveTo>
                  <a:pt x="2810" y="3305"/>
                </a:moveTo>
                <a:cubicBezTo>
                  <a:pt x="2821" y="3305"/>
                  <a:pt x="2827" y="3313"/>
                  <a:pt x="2827" y="3328"/>
                </a:cubicBezTo>
                <a:cubicBezTo>
                  <a:pt x="2827" y="3341"/>
                  <a:pt x="2820" y="3358"/>
                  <a:pt x="2806" y="3381"/>
                </a:cubicBezTo>
                <a:cubicBezTo>
                  <a:pt x="2792" y="3403"/>
                  <a:pt x="2775" y="3420"/>
                  <a:pt x="2756" y="3433"/>
                </a:cubicBezTo>
                <a:cubicBezTo>
                  <a:pt x="2736" y="3445"/>
                  <a:pt x="2720" y="3451"/>
                  <a:pt x="2708" y="3451"/>
                </a:cubicBezTo>
                <a:cubicBezTo>
                  <a:pt x="2704" y="3451"/>
                  <a:pt x="2700" y="3450"/>
                  <a:pt x="2697" y="3447"/>
                </a:cubicBezTo>
                <a:cubicBezTo>
                  <a:pt x="2694" y="3444"/>
                  <a:pt x="2692" y="3440"/>
                  <a:pt x="2692" y="3434"/>
                </a:cubicBezTo>
                <a:cubicBezTo>
                  <a:pt x="2692" y="3419"/>
                  <a:pt x="2700" y="3399"/>
                  <a:pt x="2716" y="3376"/>
                </a:cubicBezTo>
                <a:cubicBezTo>
                  <a:pt x="2733" y="3353"/>
                  <a:pt x="2750" y="3335"/>
                  <a:pt x="2767" y="3323"/>
                </a:cubicBezTo>
                <a:cubicBezTo>
                  <a:pt x="2784" y="3311"/>
                  <a:pt x="2799" y="3305"/>
                  <a:pt x="2810" y="3305"/>
                </a:cubicBezTo>
                <a:close/>
                <a:moveTo>
                  <a:pt x="4185" y="3295"/>
                </a:moveTo>
                <a:cubicBezTo>
                  <a:pt x="4192" y="3295"/>
                  <a:pt x="4196" y="3300"/>
                  <a:pt x="4196" y="3308"/>
                </a:cubicBezTo>
                <a:cubicBezTo>
                  <a:pt x="4196" y="3329"/>
                  <a:pt x="4167" y="3356"/>
                  <a:pt x="4109" y="3391"/>
                </a:cubicBezTo>
                <a:cubicBezTo>
                  <a:pt x="4116" y="3364"/>
                  <a:pt x="4127" y="3341"/>
                  <a:pt x="4143" y="3323"/>
                </a:cubicBezTo>
                <a:cubicBezTo>
                  <a:pt x="4158" y="3305"/>
                  <a:pt x="4172" y="3295"/>
                  <a:pt x="4185" y="3295"/>
                </a:cubicBezTo>
                <a:close/>
                <a:moveTo>
                  <a:pt x="1701" y="3295"/>
                </a:moveTo>
                <a:cubicBezTo>
                  <a:pt x="1708" y="3295"/>
                  <a:pt x="1712" y="3300"/>
                  <a:pt x="1712" y="3308"/>
                </a:cubicBezTo>
                <a:cubicBezTo>
                  <a:pt x="1712" y="3329"/>
                  <a:pt x="1683" y="3356"/>
                  <a:pt x="1625" y="3391"/>
                </a:cubicBezTo>
                <a:cubicBezTo>
                  <a:pt x="1632" y="3364"/>
                  <a:pt x="1643" y="3341"/>
                  <a:pt x="1659" y="3323"/>
                </a:cubicBezTo>
                <a:cubicBezTo>
                  <a:pt x="1674" y="3305"/>
                  <a:pt x="1688" y="3295"/>
                  <a:pt x="1701" y="3295"/>
                </a:cubicBezTo>
                <a:close/>
                <a:moveTo>
                  <a:pt x="4853" y="3285"/>
                </a:moveTo>
                <a:cubicBezTo>
                  <a:pt x="4849" y="3285"/>
                  <a:pt x="4845" y="3289"/>
                  <a:pt x="4841" y="3295"/>
                </a:cubicBezTo>
                <a:cubicBezTo>
                  <a:pt x="4836" y="3301"/>
                  <a:pt x="4834" y="3307"/>
                  <a:pt x="4834" y="3312"/>
                </a:cubicBezTo>
                <a:cubicBezTo>
                  <a:pt x="4834" y="3358"/>
                  <a:pt x="4830" y="3402"/>
                  <a:pt x="4823" y="3443"/>
                </a:cubicBezTo>
                <a:cubicBezTo>
                  <a:pt x="4821" y="3455"/>
                  <a:pt x="4820" y="3464"/>
                  <a:pt x="4820" y="3471"/>
                </a:cubicBezTo>
                <a:cubicBezTo>
                  <a:pt x="4820" y="3486"/>
                  <a:pt x="4828" y="3494"/>
                  <a:pt x="4844" y="3494"/>
                </a:cubicBezTo>
                <a:cubicBezTo>
                  <a:pt x="4848" y="3494"/>
                  <a:pt x="4854" y="3491"/>
                  <a:pt x="4860" y="3485"/>
                </a:cubicBezTo>
                <a:cubicBezTo>
                  <a:pt x="4867" y="3479"/>
                  <a:pt x="4882" y="3454"/>
                  <a:pt x="4904" y="3411"/>
                </a:cubicBezTo>
                <a:cubicBezTo>
                  <a:pt x="4921" y="3379"/>
                  <a:pt x="4934" y="3358"/>
                  <a:pt x="4943" y="3348"/>
                </a:cubicBezTo>
                <a:cubicBezTo>
                  <a:pt x="4951" y="3339"/>
                  <a:pt x="4959" y="3334"/>
                  <a:pt x="4966" y="3334"/>
                </a:cubicBezTo>
                <a:cubicBezTo>
                  <a:pt x="4978" y="3334"/>
                  <a:pt x="4986" y="3355"/>
                  <a:pt x="4990" y="3395"/>
                </a:cubicBezTo>
                <a:cubicBezTo>
                  <a:pt x="4994" y="3435"/>
                  <a:pt x="4999" y="3459"/>
                  <a:pt x="5005" y="3469"/>
                </a:cubicBezTo>
                <a:cubicBezTo>
                  <a:pt x="5011" y="3478"/>
                  <a:pt x="5020" y="3482"/>
                  <a:pt x="5032" y="3482"/>
                </a:cubicBezTo>
                <a:cubicBezTo>
                  <a:pt x="5043" y="3482"/>
                  <a:pt x="5053" y="3479"/>
                  <a:pt x="5061" y="3472"/>
                </a:cubicBezTo>
                <a:cubicBezTo>
                  <a:pt x="5069" y="3466"/>
                  <a:pt x="5073" y="3460"/>
                  <a:pt x="5073" y="3454"/>
                </a:cubicBezTo>
                <a:cubicBezTo>
                  <a:pt x="5073" y="3447"/>
                  <a:pt x="5070" y="3443"/>
                  <a:pt x="5064" y="3443"/>
                </a:cubicBezTo>
                <a:cubicBezTo>
                  <a:pt x="5064" y="3443"/>
                  <a:pt x="5063" y="3444"/>
                  <a:pt x="5062" y="3444"/>
                </a:cubicBezTo>
                <a:cubicBezTo>
                  <a:pt x="5055" y="3447"/>
                  <a:pt x="5050" y="3448"/>
                  <a:pt x="5046" y="3448"/>
                </a:cubicBezTo>
                <a:cubicBezTo>
                  <a:pt x="5039" y="3448"/>
                  <a:pt x="5034" y="3444"/>
                  <a:pt x="5031" y="3436"/>
                </a:cubicBezTo>
                <a:cubicBezTo>
                  <a:pt x="5028" y="3428"/>
                  <a:pt x="5025" y="3407"/>
                  <a:pt x="5021" y="3373"/>
                </a:cubicBezTo>
                <a:cubicBezTo>
                  <a:pt x="5017" y="3343"/>
                  <a:pt x="5012" y="3323"/>
                  <a:pt x="5004" y="3311"/>
                </a:cubicBezTo>
                <a:cubicBezTo>
                  <a:pt x="4996" y="3300"/>
                  <a:pt x="4986" y="3294"/>
                  <a:pt x="4974" y="3294"/>
                </a:cubicBezTo>
                <a:cubicBezTo>
                  <a:pt x="4959" y="3294"/>
                  <a:pt x="4944" y="3301"/>
                  <a:pt x="4932" y="3315"/>
                </a:cubicBezTo>
                <a:cubicBezTo>
                  <a:pt x="4919" y="3328"/>
                  <a:pt x="4904" y="3352"/>
                  <a:pt x="4887" y="3385"/>
                </a:cubicBezTo>
                <a:cubicBezTo>
                  <a:pt x="4869" y="3418"/>
                  <a:pt x="4860" y="3434"/>
                  <a:pt x="4858" y="3434"/>
                </a:cubicBezTo>
                <a:cubicBezTo>
                  <a:pt x="4857" y="3434"/>
                  <a:pt x="4856" y="3433"/>
                  <a:pt x="4856" y="3431"/>
                </a:cubicBezTo>
                <a:cubicBezTo>
                  <a:pt x="4856" y="3427"/>
                  <a:pt x="4857" y="3418"/>
                  <a:pt x="4860" y="3404"/>
                </a:cubicBezTo>
                <a:cubicBezTo>
                  <a:pt x="4869" y="3361"/>
                  <a:pt x="4873" y="3332"/>
                  <a:pt x="4873" y="3318"/>
                </a:cubicBezTo>
                <a:cubicBezTo>
                  <a:pt x="4873" y="3305"/>
                  <a:pt x="4871" y="3296"/>
                  <a:pt x="4868" y="3292"/>
                </a:cubicBezTo>
                <a:cubicBezTo>
                  <a:pt x="4865" y="3288"/>
                  <a:pt x="4860" y="3285"/>
                  <a:pt x="4853" y="3285"/>
                </a:cubicBezTo>
                <a:close/>
                <a:moveTo>
                  <a:pt x="2414" y="3285"/>
                </a:moveTo>
                <a:cubicBezTo>
                  <a:pt x="2410" y="3285"/>
                  <a:pt x="2406" y="3289"/>
                  <a:pt x="2402" y="3295"/>
                </a:cubicBezTo>
                <a:cubicBezTo>
                  <a:pt x="2397" y="3301"/>
                  <a:pt x="2395" y="3307"/>
                  <a:pt x="2395" y="3312"/>
                </a:cubicBezTo>
                <a:cubicBezTo>
                  <a:pt x="2395" y="3358"/>
                  <a:pt x="2391" y="3402"/>
                  <a:pt x="2384" y="3443"/>
                </a:cubicBezTo>
                <a:cubicBezTo>
                  <a:pt x="2382" y="3455"/>
                  <a:pt x="2381" y="3464"/>
                  <a:pt x="2381" y="3471"/>
                </a:cubicBezTo>
                <a:cubicBezTo>
                  <a:pt x="2381" y="3486"/>
                  <a:pt x="2389" y="3494"/>
                  <a:pt x="2405" y="3494"/>
                </a:cubicBezTo>
                <a:cubicBezTo>
                  <a:pt x="2409" y="3494"/>
                  <a:pt x="2415" y="3491"/>
                  <a:pt x="2421" y="3485"/>
                </a:cubicBezTo>
                <a:cubicBezTo>
                  <a:pt x="2428" y="3479"/>
                  <a:pt x="2443" y="3454"/>
                  <a:pt x="2465" y="3411"/>
                </a:cubicBezTo>
                <a:cubicBezTo>
                  <a:pt x="2482" y="3379"/>
                  <a:pt x="2495" y="3358"/>
                  <a:pt x="2504" y="3348"/>
                </a:cubicBezTo>
                <a:cubicBezTo>
                  <a:pt x="2512" y="3339"/>
                  <a:pt x="2520" y="3334"/>
                  <a:pt x="2527" y="3334"/>
                </a:cubicBezTo>
                <a:cubicBezTo>
                  <a:pt x="2539" y="3334"/>
                  <a:pt x="2547" y="3355"/>
                  <a:pt x="2551" y="3395"/>
                </a:cubicBezTo>
                <a:cubicBezTo>
                  <a:pt x="2555" y="3435"/>
                  <a:pt x="2560" y="3459"/>
                  <a:pt x="2566" y="3469"/>
                </a:cubicBezTo>
                <a:cubicBezTo>
                  <a:pt x="2572" y="3478"/>
                  <a:pt x="2581" y="3482"/>
                  <a:pt x="2593" y="3482"/>
                </a:cubicBezTo>
                <a:cubicBezTo>
                  <a:pt x="2604" y="3482"/>
                  <a:pt x="2614" y="3479"/>
                  <a:pt x="2622" y="3472"/>
                </a:cubicBezTo>
                <a:cubicBezTo>
                  <a:pt x="2630" y="3466"/>
                  <a:pt x="2634" y="3460"/>
                  <a:pt x="2634" y="3454"/>
                </a:cubicBezTo>
                <a:cubicBezTo>
                  <a:pt x="2634" y="3447"/>
                  <a:pt x="2631" y="3443"/>
                  <a:pt x="2625" y="3443"/>
                </a:cubicBezTo>
                <a:cubicBezTo>
                  <a:pt x="2625" y="3443"/>
                  <a:pt x="2624" y="3444"/>
                  <a:pt x="2623" y="3444"/>
                </a:cubicBezTo>
                <a:cubicBezTo>
                  <a:pt x="2616" y="3447"/>
                  <a:pt x="2611" y="3448"/>
                  <a:pt x="2607" y="3448"/>
                </a:cubicBezTo>
                <a:cubicBezTo>
                  <a:pt x="2600" y="3448"/>
                  <a:pt x="2595" y="3444"/>
                  <a:pt x="2592" y="3436"/>
                </a:cubicBezTo>
                <a:cubicBezTo>
                  <a:pt x="2589" y="3428"/>
                  <a:pt x="2586" y="3407"/>
                  <a:pt x="2582" y="3373"/>
                </a:cubicBezTo>
                <a:cubicBezTo>
                  <a:pt x="2578" y="3343"/>
                  <a:pt x="2573" y="3323"/>
                  <a:pt x="2565" y="3311"/>
                </a:cubicBezTo>
                <a:cubicBezTo>
                  <a:pt x="2557" y="3300"/>
                  <a:pt x="2547" y="3294"/>
                  <a:pt x="2535" y="3294"/>
                </a:cubicBezTo>
                <a:cubicBezTo>
                  <a:pt x="2520" y="3294"/>
                  <a:pt x="2505" y="3301"/>
                  <a:pt x="2493" y="3315"/>
                </a:cubicBezTo>
                <a:cubicBezTo>
                  <a:pt x="2480" y="3328"/>
                  <a:pt x="2465" y="3352"/>
                  <a:pt x="2448" y="3385"/>
                </a:cubicBezTo>
                <a:cubicBezTo>
                  <a:pt x="2430" y="3418"/>
                  <a:pt x="2421" y="3434"/>
                  <a:pt x="2419" y="3434"/>
                </a:cubicBezTo>
                <a:cubicBezTo>
                  <a:pt x="2418" y="3434"/>
                  <a:pt x="2417" y="3433"/>
                  <a:pt x="2417" y="3431"/>
                </a:cubicBezTo>
                <a:cubicBezTo>
                  <a:pt x="2417" y="3427"/>
                  <a:pt x="2418" y="3418"/>
                  <a:pt x="2421" y="3404"/>
                </a:cubicBezTo>
                <a:cubicBezTo>
                  <a:pt x="2430" y="3361"/>
                  <a:pt x="2434" y="3332"/>
                  <a:pt x="2434" y="3318"/>
                </a:cubicBezTo>
                <a:cubicBezTo>
                  <a:pt x="2434" y="3305"/>
                  <a:pt x="2432" y="3296"/>
                  <a:pt x="2429" y="3292"/>
                </a:cubicBezTo>
                <a:cubicBezTo>
                  <a:pt x="2426" y="3288"/>
                  <a:pt x="2421" y="3285"/>
                  <a:pt x="2414" y="3285"/>
                </a:cubicBezTo>
                <a:close/>
                <a:moveTo>
                  <a:pt x="1837" y="3285"/>
                </a:moveTo>
                <a:cubicBezTo>
                  <a:pt x="1833" y="3285"/>
                  <a:pt x="1829" y="3289"/>
                  <a:pt x="1825" y="3295"/>
                </a:cubicBezTo>
                <a:cubicBezTo>
                  <a:pt x="1820" y="3301"/>
                  <a:pt x="1818" y="3307"/>
                  <a:pt x="1818" y="3312"/>
                </a:cubicBezTo>
                <a:cubicBezTo>
                  <a:pt x="1818" y="3358"/>
                  <a:pt x="1814" y="3402"/>
                  <a:pt x="1807" y="3443"/>
                </a:cubicBezTo>
                <a:cubicBezTo>
                  <a:pt x="1805" y="3455"/>
                  <a:pt x="1804" y="3464"/>
                  <a:pt x="1804" y="3471"/>
                </a:cubicBezTo>
                <a:cubicBezTo>
                  <a:pt x="1804" y="3486"/>
                  <a:pt x="1812" y="3494"/>
                  <a:pt x="1828" y="3494"/>
                </a:cubicBezTo>
                <a:cubicBezTo>
                  <a:pt x="1832" y="3494"/>
                  <a:pt x="1838" y="3491"/>
                  <a:pt x="1844" y="3485"/>
                </a:cubicBezTo>
                <a:cubicBezTo>
                  <a:pt x="1851" y="3479"/>
                  <a:pt x="1866" y="3454"/>
                  <a:pt x="1888" y="3411"/>
                </a:cubicBezTo>
                <a:cubicBezTo>
                  <a:pt x="1905" y="3379"/>
                  <a:pt x="1918" y="3358"/>
                  <a:pt x="1927" y="3348"/>
                </a:cubicBezTo>
                <a:cubicBezTo>
                  <a:pt x="1935" y="3339"/>
                  <a:pt x="1943" y="3334"/>
                  <a:pt x="1950" y="3334"/>
                </a:cubicBezTo>
                <a:cubicBezTo>
                  <a:pt x="1962" y="3334"/>
                  <a:pt x="1970" y="3355"/>
                  <a:pt x="1974" y="3395"/>
                </a:cubicBezTo>
                <a:cubicBezTo>
                  <a:pt x="1978" y="3435"/>
                  <a:pt x="1983" y="3459"/>
                  <a:pt x="1989" y="3469"/>
                </a:cubicBezTo>
                <a:cubicBezTo>
                  <a:pt x="1995" y="3478"/>
                  <a:pt x="2004" y="3482"/>
                  <a:pt x="2016" y="3482"/>
                </a:cubicBezTo>
                <a:cubicBezTo>
                  <a:pt x="2027" y="3482"/>
                  <a:pt x="2037" y="3479"/>
                  <a:pt x="2045" y="3472"/>
                </a:cubicBezTo>
                <a:cubicBezTo>
                  <a:pt x="2053" y="3466"/>
                  <a:pt x="2057" y="3460"/>
                  <a:pt x="2057" y="3454"/>
                </a:cubicBezTo>
                <a:cubicBezTo>
                  <a:pt x="2057" y="3447"/>
                  <a:pt x="2054" y="3443"/>
                  <a:pt x="2048" y="3443"/>
                </a:cubicBezTo>
                <a:cubicBezTo>
                  <a:pt x="2048" y="3443"/>
                  <a:pt x="2047" y="3444"/>
                  <a:pt x="2046" y="3444"/>
                </a:cubicBezTo>
                <a:cubicBezTo>
                  <a:pt x="2039" y="3447"/>
                  <a:pt x="2034" y="3448"/>
                  <a:pt x="2030" y="3448"/>
                </a:cubicBezTo>
                <a:cubicBezTo>
                  <a:pt x="2023" y="3448"/>
                  <a:pt x="2018" y="3444"/>
                  <a:pt x="2015" y="3436"/>
                </a:cubicBezTo>
                <a:cubicBezTo>
                  <a:pt x="2012" y="3428"/>
                  <a:pt x="2009" y="3407"/>
                  <a:pt x="2005" y="3373"/>
                </a:cubicBezTo>
                <a:cubicBezTo>
                  <a:pt x="2001" y="3343"/>
                  <a:pt x="1996" y="3323"/>
                  <a:pt x="1988" y="3311"/>
                </a:cubicBezTo>
                <a:cubicBezTo>
                  <a:pt x="1980" y="3300"/>
                  <a:pt x="1970" y="3294"/>
                  <a:pt x="1958" y="3294"/>
                </a:cubicBezTo>
                <a:cubicBezTo>
                  <a:pt x="1943" y="3294"/>
                  <a:pt x="1928" y="3301"/>
                  <a:pt x="1916" y="3315"/>
                </a:cubicBezTo>
                <a:cubicBezTo>
                  <a:pt x="1903" y="3328"/>
                  <a:pt x="1888" y="3352"/>
                  <a:pt x="1871" y="3385"/>
                </a:cubicBezTo>
                <a:cubicBezTo>
                  <a:pt x="1853" y="3418"/>
                  <a:pt x="1844" y="3434"/>
                  <a:pt x="1842" y="3434"/>
                </a:cubicBezTo>
                <a:cubicBezTo>
                  <a:pt x="1841" y="3434"/>
                  <a:pt x="1840" y="3433"/>
                  <a:pt x="1840" y="3431"/>
                </a:cubicBezTo>
                <a:cubicBezTo>
                  <a:pt x="1840" y="3427"/>
                  <a:pt x="1841" y="3418"/>
                  <a:pt x="1844" y="3404"/>
                </a:cubicBezTo>
                <a:cubicBezTo>
                  <a:pt x="1853" y="3361"/>
                  <a:pt x="1857" y="3332"/>
                  <a:pt x="1857" y="3318"/>
                </a:cubicBezTo>
                <a:cubicBezTo>
                  <a:pt x="1857" y="3305"/>
                  <a:pt x="1855" y="3296"/>
                  <a:pt x="1852" y="3292"/>
                </a:cubicBezTo>
                <a:cubicBezTo>
                  <a:pt x="1849" y="3288"/>
                  <a:pt x="1844" y="3285"/>
                  <a:pt x="1837" y="3285"/>
                </a:cubicBezTo>
                <a:close/>
                <a:moveTo>
                  <a:pt x="4748" y="3281"/>
                </a:moveTo>
                <a:cubicBezTo>
                  <a:pt x="4742" y="3281"/>
                  <a:pt x="4738" y="3285"/>
                  <a:pt x="4735" y="3291"/>
                </a:cubicBezTo>
                <a:cubicBezTo>
                  <a:pt x="4732" y="3297"/>
                  <a:pt x="4730" y="3304"/>
                  <a:pt x="4730" y="3313"/>
                </a:cubicBezTo>
                <a:cubicBezTo>
                  <a:pt x="4730" y="3317"/>
                  <a:pt x="4728" y="3329"/>
                  <a:pt x="4725" y="3348"/>
                </a:cubicBezTo>
                <a:cubicBezTo>
                  <a:pt x="4714" y="3402"/>
                  <a:pt x="4709" y="3442"/>
                  <a:pt x="4709" y="3467"/>
                </a:cubicBezTo>
                <a:cubicBezTo>
                  <a:pt x="4709" y="3491"/>
                  <a:pt x="4716" y="3503"/>
                  <a:pt x="4729" y="3503"/>
                </a:cubicBezTo>
                <a:cubicBezTo>
                  <a:pt x="4734" y="3503"/>
                  <a:pt x="4739" y="3502"/>
                  <a:pt x="4743" y="3498"/>
                </a:cubicBezTo>
                <a:cubicBezTo>
                  <a:pt x="4748" y="3494"/>
                  <a:pt x="4750" y="3491"/>
                  <a:pt x="4750" y="3488"/>
                </a:cubicBezTo>
                <a:cubicBezTo>
                  <a:pt x="4750" y="3486"/>
                  <a:pt x="4750" y="3484"/>
                  <a:pt x="4749" y="3482"/>
                </a:cubicBezTo>
                <a:cubicBezTo>
                  <a:pt x="4746" y="3469"/>
                  <a:pt x="4745" y="3457"/>
                  <a:pt x="4745" y="3447"/>
                </a:cubicBezTo>
                <a:cubicBezTo>
                  <a:pt x="4745" y="3425"/>
                  <a:pt x="4746" y="3407"/>
                  <a:pt x="4749" y="3391"/>
                </a:cubicBezTo>
                <a:cubicBezTo>
                  <a:pt x="4751" y="3376"/>
                  <a:pt x="4758" y="3350"/>
                  <a:pt x="4768" y="3314"/>
                </a:cubicBezTo>
                <a:cubicBezTo>
                  <a:pt x="4770" y="3307"/>
                  <a:pt x="4771" y="3302"/>
                  <a:pt x="4771" y="3298"/>
                </a:cubicBezTo>
                <a:cubicBezTo>
                  <a:pt x="4771" y="3294"/>
                  <a:pt x="4769" y="3290"/>
                  <a:pt x="4765" y="3287"/>
                </a:cubicBezTo>
                <a:cubicBezTo>
                  <a:pt x="4761" y="3283"/>
                  <a:pt x="4755" y="3281"/>
                  <a:pt x="4748" y="3281"/>
                </a:cubicBezTo>
                <a:close/>
                <a:moveTo>
                  <a:pt x="2309" y="3281"/>
                </a:moveTo>
                <a:cubicBezTo>
                  <a:pt x="2303" y="3281"/>
                  <a:pt x="2299" y="3285"/>
                  <a:pt x="2296" y="3291"/>
                </a:cubicBezTo>
                <a:cubicBezTo>
                  <a:pt x="2293" y="3297"/>
                  <a:pt x="2291" y="3304"/>
                  <a:pt x="2291" y="3313"/>
                </a:cubicBezTo>
                <a:cubicBezTo>
                  <a:pt x="2291" y="3317"/>
                  <a:pt x="2289" y="3329"/>
                  <a:pt x="2286" y="3348"/>
                </a:cubicBezTo>
                <a:cubicBezTo>
                  <a:pt x="2275" y="3402"/>
                  <a:pt x="2270" y="3442"/>
                  <a:pt x="2270" y="3467"/>
                </a:cubicBezTo>
                <a:cubicBezTo>
                  <a:pt x="2270" y="3491"/>
                  <a:pt x="2277" y="3503"/>
                  <a:pt x="2290" y="3503"/>
                </a:cubicBezTo>
                <a:cubicBezTo>
                  <a:pt x="2295" y="3503"/>
                  <a:pt x="2300" y="3502"/>
                  <a:pt x="2304" y="3498"/>
                </a:cubicBezTo>
                <a:cubicBezTo>
                  <a:pt x="2309" y="3494"/>
                  <a:pt x="2311" y="3491"/>
                  <a:pt x="2311" y="3488"/>
                </a:cubicBezTo>
                <a:cubicBezTo>
                  <a:pt x="2311" y="3486"/>
                  <a:pt x="2311" y="3484"/>
                  <a:pt x="2310" y="3482"/>
                </a:cubicBezTo>
                <a:cubicBezTo>
                  <a:pt x="2307" y="3469"/>
                  <a:pt x="2306" y="3457"/>
                  <a:pt x="2306" y="3447"/>
                </a:cubicBezTo>
                <a:cubicBezTo>
                  <a:pt x="2306" y="3425"/>
                  <a:pt x="2307" y="3407"/>
                  <a:pt x="2310" y="3391"/>
                </a:cubicBezTo>
                <a:cubicBezTo>
                  <a:pt x="2312" y="3376"/>
                  <a:pt x="2319" y="3350"/>
                  <a:pt x="2329" y="3314"/>
                </a:cubicBezTo>
                <a:cubicBezTo>
                  <a:pt x="2331" y="3307"/>
                  <a:pt x="2332" y="3302"/>
                  <a:pt x="2332" y="3298"/>
                </a:cubicBezTo>
                <a:cubicBezTo>
                  <a:pt x="2332" y="3294"/>
                  <a:pt x="2330" y="3290"/>
                  <a:pt x="2326" y="3287"/>
                </a:cubicBezTo>
                <a:cubicBezTo>
                  <a:pt x="2322" y="3283"/>
                  <a:pt x="2316" y="3281"/>
                  <a:pt x="2309" y="3281"/>
                </a:cubicBezTo>
                <a:close/>
                <a:moveTo>
                  <a:pt x="5262" y="3273"/>
                </a:moveTo>
                <a:cubicBezTo>
                  <a:pt x="5240" y="3273"/>
                  <a:pt x="5215" y="3283"/>
                  <a:pt x="5186" y="3302"/>
                </a:cubicBezTo>
                <a:cubicBezTo>
                  <a:pt x="5157" y="3322"/>
                  <a:pt x="5135" y="3344"/>
                  <a:pt x="5119" y="3370"/>
                </a:cubicBezTo>
                <a:cubicBezTo>
                  <a:pt x="5103" y="3396"/>
                  <a:pt x="5095" y="3419"/>
                  <a:pt x="5095" y="3440"/>
                </a:cubicBezTo>
                <a:cubicBezTo>
                  <a:pt x="5095" y="3454"/>
                  <a:pt x="5098" y="3464"/>
                  <a:pt x="5105" y="3472"/>
                </a:cubicBezTo>
                <a:cubicBezTo>
                  <a:pt x="5112" y="3480"/>
                  <a:pt x="5122" y="3483"/>
                  <a:pt x="5134" y="3483"/>
                </a:cubicBezTo>
                <a:cubicBezTo>
                  <a:pt x="5151" y="3483"/>
                  <a:pt x="5169" y="3478"/>
                  <a:pt x="5188" y="3466"/>
                </a:cubicBezTo>
                <a:cubicBezTo>
                  <a:pt x="5208" y="3455"/>
                  <a:pt x="5224" y="3442"/>
                  <a:pt x="5236" y="3428"/>
                </a:cubicBezTo>
                <a:cubicBezTo>
                  <a:pt x="5243" y="3419"/>
                  <a:pt x="5248" y="3415"/>
                  <a:pt x="5250" y="3416"/>
                </a:cubicBezTo>
                <a:cubicBezTo>
                  <a:pt x="5248" y="3424"/>
                  <a:pt x="5247" y="3433"/>
                  <a:pt x="5246" y="3443"/>
                </a:cubicBezTo>
                <a:cubicBezTo>
                  <a:pt x="5242" y="3491"/>
                  <a:pt x="5234" y="3528"/>
                  <a:pt x="5222" y="3552"/>
                </a:cubicBezTo>
                <a:cubicBezTo>
                  <a:pt x="5211" y="3576"/>
                  <a:pt x="5194" y="3588"/>
                  <a:pt x="5171" y="3588"/>
                </a:cubicBezTo>
                <a:cubicBezTo>
                  <a:pt x="5146" y="3588"/>
                  <a:pt x="5117" y="3577"/>
                  <a:pt x="5085" y="3555"/>
                </a:cubicBezTo>
                <a:cubicBezTo>
                  <a:pt x="5072" y="3547"/>
                  <a:pt x="5065" y="3542"/>
                  <a:pt x="5063" y="3542"/>
                </a:cubicBezTo>
                <a:cubicBezTo>
                  <a:pt x="5058" y="3542"/>
                  <a:pt x="5055" y="3546"/>
                  <a:pt x="5055" y="3553"/>
                </a:cubicBezTo>
                <a:cubicBezTo>
                  <a:pt x="5055" y="3563"/>
                  <a:pt x="5067" y="3578"/>
                  <a:pt x="5092" y="3596"/>
                </a:cubicBezTo>
                <a:cubicBezTo>
                  <a:pt x="5117" y="3614"/>
                  <a:pt x="5142" y="3622"/>
                  <a:pt x="5168" y="3622"/>
                </a:cubicBezTo>
                <a:cubicBezTo>
                  <a:pt x="5183" y="3622"/>
                  <a:pt x="5197" y="3619"/>
                  <a:pt x="5211" y="3611"/>
                </a:cubicBezTo>
                <a:cubicBezTo>
                  <a:pt x="5225" y="3603"/>
                  <a:pt x="5237" y="3591"/>
                  <a:pt x="5247" y="3575"/>
                </a:cubicBezTo>
                <a:cubicBezTo>
                  <a:pt x="5257" y="3559"/>
                  <a:pt x="5264" y="3542"/>
                  <a:pt x="5268" y="3525"/>
                </a:cubicBezTo>
                <a:cubicBezTo>
                  <a:pt x="5271" y="3508"/>
                  <a:pt x="5275" y="3484"/>
                  <a:pt x="5278" y="3452"/>
                </a:cubicBezTo>
                <a:cubicBezTo>
                  <a:pt x="5282" y="3417"/>
                  <a:pt x="5285" y="3392"/>
                  <a:pt x="5288" y="3377"/>
                </a:cubicBezTo>
                <a:cubicBezTo>
                  <a:pt x="5291" y="3362"/>
                  <a:pt x="5297" y="3343"/>
                  <a:pt x="5305" y="3321"/>
                </a:cubicBezTo>
                <a:cubicBezTo>
                  <a:pt x="5306" y="3316"/>
                  <a:pt x="5307" y="3313"/>
                  <a:pt x="5307" y="3311"/>
                </a:cubicBezTo>
                <a:cubicBezTo>
                  <a:pt x="5307" y="3308"/>
                  <a:pt x="5306" y="3304"/>
                  <a:pt x="5304" y="3298"/>
                </a:cubicBezTo>
                <a:cubicBezTo>
                  <a:pt x="5302" y="3293"/>
                  <a:pt x="5299" y="3289"/>
                  <a:pt x="5297" y="3287"/>
                </a:cubicBezTo>
                <a:cubicBezTo>
                  <a:pt x="5295" y="3286"/>
                  <a:pt x="5293" y="3285"/>
                  <a:pt x="5291" y="3283"/>
                </a:cubicBezTo>
                <a:cubicBezTo>
                  <a:pt x="5283" y="3277"/>
                  <a:pt x="5273" y="3273"/>
                  <a:pt x="5262" y="3273"/>
                </a:cubicBezTo>
                <a:close/>
                <a:moveTo>
                  <a:pt x="2823" y="3273"/>
                </a:moveTo>
                <a:cubicBezTo>
                  <a:pt x="2801" y="3273"/>
                  <a:pt x="2776" y="3283"/>
                  <a:pt x="2747" y="3302"/>
                </a:cubicBezTo>
                <a:cubicBezTo>
                  <a:pt x="2718" y="3322"/>
                  <a:pt x="2696" y="3344"/>
                  <a:pt x="2680" y="3370"/>
                </a:cubicBezTo>
                <a:cubicBezTo>
                  <a:pt x="2664" y="3396"/>
                  <a:pt x="2656" y="3419"/>
                  <a:pt x="2656" y="3440"/>
                </a:cubicBezTo>
                <a:cubicBezTo>
                  <a:pt x="2656" y="3454"/>
                  <a:pt x="2659" y="3464"/>
                  <a:pt x="2666" y="3472"/>
                </a:cubicBezTo>
                <a:cubicBezTo>
                  <a:pt x="2673" y="3480"/>
                  <a:pt x="2683" y="3483"/>
                  <a:pt x="2695" y="3483"/>
                </a:cubicBezTo>
                <a:cubicBezTo>
                  <a:pt x="2712" y="3483"/>
                  <a:pt x="2730" y="3478"/>
                  <a:pt x="2749" y="3466"/>
                </a:cubicBezTo>
                <a:cubicBezTo>
                  <a:pt x="2769" y="3455"/>
                  <a:pt x="2785" y="3442"/>
                  <a:pt x="2797" y="3428"/>
                </a:cubicBezTo>
                <a:cubicBezTo>
                  <a:pt x="2804" y="3419"/>
                  <a:pt x="2809" y="3415"/>
                  <a:pt x="2811" y="3416"/>
                </a:cubicBezTo>
                <a:cubicBezTo>
                  <a:pt x="2809" y="3424"/>
                  <a:pt x="2808" y="3433"/>
                  <a:pt x="2807" y="3443"/>
                </a:cubicBezTo>
                <a:cubicBezTo>
                  <a:pt x="2803" y="3491"/>
                  <a:pt x="2795" y="3528"/>
                  <a:pt x="2783" y="3552"/>
                </a:cubicBezTo>
                <a:cubicBezTo>
                  <a:pt x="2772" y="3576"/>
                  <a:pt x="2755" y="3588"/>
                  <a:pt x="2732" y="3588"/>
                </a:cubicBezTo>
                <a:cubicBezTo>
                  <a:pt x="2707" y="3588"/>
                  <a:pt x="2678" y="3577"/>
                  <a:pt x="2646" y="3555"/>
                </a:cubicBezTo>
                <a:cubicBezTo>
                  <a:pt x="2633" y="3547"/>
                  <a:pt x="2626" y="3542"/>
                  <a:pt x="2624" y="3542"/>
                </a:cubicBezTo>
                <a:cubicBezTo>
                  <a:pt x="2619" y="3542"/>
                  <a:pt x="2616" y="3546"/>
                  <a:pt x="2616" y="3553"/>
                </a:cubicBezTo>
                <a:cubicBezTo>
                  <a:pt x="2616" y="3563"/>
                  <a:pt x="2628" y="3578"/>
                  <a:pt x="2653" y="3596"/>
                </a:cubicBezTo>
                <a:cubicBezTo>
                  <a:pt x="2678" y="3614"/>
                  <a:pt x="2703" y="3622"/>
                  <a:pt x="2729" y="3622"/>
                </a:cubicBezTo>
                <a:cubicBezTo>
                  <a:pt x="2744" y="3622"/>
                  <a:pt x="2758" y="3619"/>
                  <a:pt x="2772" y="3611"/>
                </a:cubicBezTo>
                <a:cubicBezTo>
                  <a:pt x="2786" y="3603"/>
                  <a:pt x="2798" y="3591"/>
                  <a:pt x="2808" y="3575"/>
                </a:cubicBezTo>
                <a:cubicBezTo>
                  <a:pt x="2818" y="3559"/>
                  <a:pt x="2825" y="3542"/>
                  <a:pt x="2829" y="3525"/>
                </a:cubicBezTo>
                <a:cubicBezTo>
                  <a:pt x="2832" y="3508"/>
                  <a:pt x="2836" y="3484"/>
                  <a:pt x="2839" y="3452"/>
                </a:cubicBezTo>
                <a:cubicBezTo>
                  <a:pt x="2843" y="3417"/>
                  <a:pt x="2846" y="3392"/>
                  <a:pt x="2849" y="3377"/>
                </a:cubicBezTo>
                <a:cubicBezTo>
                  <a:pt x="2852" y="3362"/>
                  <a:pt x="2858" y="3343"/>
                  <a:pt x="2866" y="3321"/>
                </a:cubicBezTo>
                <a:cubicBezTo>
                  <a:pt x="2867" y="3316"/>
                  <a:pt x="2868" y="3313"/>
                  <a:pt x="2868" y="3311"/>
                </a:cubicBezTo>
                <a:cubicBezTo>
                  <a:pt x="2868" y="3308"/>
                  <a:pt x="2867" y="3304"/>
                  <a:pt x="2865" y="3298"/>
                </a:cubicBezTo>
                <a:cubicBezTo>
                  <a:pt x="2863" y="3293"/>
                  <a:pt x="2860" y="3289"/>
                  <a:pt x="2858" y="3287"/>
                </a:cubicBezTo>
                <a:cubicBezTo>
                  <a:pt x="2856" y="3286"/>
                  <a:pt x="2854" y="3285"/>
                  <a:pt x="2852" y="3283"/>
                </a:cubicBezTo>
                <a:cubicBezTo>
                  <a:pt x="2844" y="3277"/>
                  <a:pt x="2834" y="3273"/>
                  <a:pt x="2823" y="3273"/>
                </a:cubicBezTo>
                <a:close/>
                <a:moveTo>
                  <a:pt x="4195" y="3264"/>
                </a:moveTo>
                <a:cubicBezTo>
                  <a:pt x="4164" y="3264"/>
                  <a:pt x="4136" y="3282"/>
                  <a:pt x="4109" y="3317"/>
                </a:cubicBezTo>
                <a:cubicBezTo>
                  <a:pt x="4083" y="3352"/>
                  <a:pt x="4070" y="3389"/>
                  <a:pt x="4070" y="3428"/>
                </a:cubicBezTo>
                <a:cubicBezTo>
                  <a:pt x="4070" y="3451"/>
                  <a:pt x="4076" y="3469"/>
                  <a:pt x="4088" y="3482"/>
                </a:cubicBezTo>
                <a:cubicBezTo>
                  <a:pt x="4100" y="3495"/>
                  <a:pt x="4117" y="3501"/>
                  <a:pt x="4138" y="3501"/>
                </a:cubicBezTo>
                <a:cubicBezTo>
                  <a:pt x="4164" y="3501"/>
                  <a:pt x="4190" y="3492"/>
                  <a:pt x="4214" y="3472"/>
                </a:cubicBezTo>
                <a:cubicBezTo>
                  <a:pt x="4239" y="3453"/>
                  <a:pt x="4251" y="3436"/>
                  <a:pt x="4251" y="3422"/>
                </a:cubicBezTo>
                <a:cubicBezTo>
                  <a:pt x="4251" y="3415"/>
                  <a:pt x="4249" y="3411"/>
                  <a:pt x="4244" y="3411"/>
                </a:cubicBezTo>
                <a:cubicBezTo>
                  <a:pt x="4242" y="3411"/>
                  <a:pt x="4239" y="3414"/>
                  <a:pt x="4234" y="3418"/>
                </a:cubicBezTo>
                <a:cubicBezTo>
                  <a:pt x="4204" y="3451"/>
                  <a:pt x="4174" y="3467"/>
                  <a:pt x="4145" y="3467"/>
                </a:cubicBezTo>
                <a:cubicBezTo>
                  <a:pt x="4132" y="3467"/>
                  <a:pt x="4122" y="3464"/>
                  <a:pt x="4116" y="3457"/>
                </a:cubicBezTo>
                <a:cubicBezTo>
                  <a:pt x="4109" y="3450"/>
                  <a:pt x="4106" y="3441"/>
                  <a:pt x="4106" y="3430"/>
                </a:cubicBezTo>
                <a:cubicBezTo>
                  <a:pt x="4106" y="3424"/>
                  <a:pt x="4110" y="3419"/>
                  <a:pt x="4117" y="3416"/>
                </a:cubicBezTo>
                <a:cubicBezTo>
                  <a:pt x="4151" y="3397"/>
                  <a:pt x="4179" y="3378"/>
                  <a:pt x="4199" y="3359"/>
                </a:cubicBezTo>
                <a:cubicBezTo>
                  <a:pt x="4220" y="3340"/>
                  <a:pt x="4230" y="3320"/>
                  <a:pt x="4230" y="3299"/>
                </a:cubicBezTo>
                <a:cubicBezTo>
                  <a:pt x="4230" y="3289"/>
                  <a:pt x="4227" y="3281"/>
                  <a:pt x="4220" y="3275"/>
                </a:cubicBezTo>
                <a:cubicBezTo>
                  <a:pt x="4214" y="3268"/>
                  <a:pt x="4206" y="3264"/>
                  <a:pt x="4195" y="3264"/>
                </a:cubicBezTo>
                <a:close/>
                <a:moveTo>
                  <a:pt x="1711" y="3264"/>
                </a:moveTo>
                <a:cubicBezTo>
                  <a:pt x="1680" y="3264"/>
                  <a:pt x="1652" y="3282"/>
                  <a:pt x="1625" y="3317"/>
                </a:cubicBezTo>
                <a:cubicBezTo>
                  <a:pt x="1599" y="3352"/>
                  <a:pt x="1586" y="3389"/>
                  <a:pt x="1586" y="3428"/>
                </a:cubicBezTo>
                <a:cubicBezTo>
                  <a:pt x="1586" y="3451"/>
                  <a:pt x="1592" y="3469"/>
                  <a:pt x="1604" y="3482"/>
                </a:cubicBezTo>
                <a:cubicBezTo>
                  <a:pt x="1616" y="3495"/>
                  <a:pt x="1633" y="3501"/>
                  <a:pt x="1654" y="3501"/>
                </a:cubicBezTo>
                <a:cubicBezTo>
                  <a:pt x="1680" y="3501"/>
                  <a:pt x="1706" y="3492"/>
                  <a:pt x="1730" y="3472"/>
                </a:cubicBezTo>
                <a:cubicBezTo>
                  <a:pt x="1755" y="3453"/>
                  <a:pt x="1767" y="3436"/>
                  <a:pt x="1767" y="3422"/>
                </a:cubicBezTo>
                <a:cubicBezTo>
                  <a:pt x="1767" y="3415"/>
                  <a:pt x="1765" y="3411"/>
                  <a:pt x="1760" y="3411"/>
                </a:cubicBezTo>
                <a:cubicBezTo>
                  <a:pt x="1758" y="3411"/>
                  <a:pt x="1755" y="3414"/>
                  <a:pt x="1750" y="3418"/>
                </a:cubicBezTo>
                <a:cubicBezTo>
                  <a:pt x="1720" y="3451"/>
                  <a:pt x="1690" y="3467"/>
                  <a:pt x="1661" y="3467"/>
                </a:cubicBezTo>
                <a:cubicBezTo>
                  <a:pt x="1648" y="3467"/>
                  <a:pt x="1638" y="3464"/>
                  <a:pt x="1632" y="3457"/>
                </a:cubicBezTo>
                <a:cubicBezTo>
                  <a:pt x="1625" y="3450"/>
                  <a:pt x="1622" y="3441"/>
                  <a:pt x="1622" y="3430"/>
                </a:cubicBezTo>
                <a:cubicBezTo>
                  <a:pt x="1622" y="3424"/>
                  <a:pt x="1626" y="3419"/>
                  <a:pt x="1633" y="3416"/>
                </a:cubicBezTo>
                <a:cubicBezTo>
                  <a:pt x="1667" y="3397"/>
                  <a:pt x="1695" y="3378"/>
                  <a:pt x="1715" y="3359"/>
                </a:cubicBezTo>
                <a:cubicBezTo>
                  <a:pt x="1736" y="3340"/>
                  <a:pt x="1746" y="3320"/>
                  <a:pt x="1746" y="3299"/>
                </a:cubicBezTo>
                <a:cubicBezTo>
                  <a:pt x="1746" y="3289"/>
                  <a:pt x="1743" y="3281"/>
                  <a:pt x="1736" y="3275"/>
                </a:cubicBezTo>
                <a:cubicBezTo>
                  <a:pt x="1730" y="3268"/>
                  <a:pt x="1722" y="3264"/>
                  <a:pt x="1711" y="3264"/>
                </a:cubicBezTo>
                <a:close/>
                <a:moveTo>
                  <a:pt x="2195" y="3257"/>
                </a:moveTo>
                <a:cubicBezTo>
                  <a:pt x="2178" y="3257"/>
                  <a:pt x="2156" y="3266"/>
                  <a:pt x="2129" y="3284"/>
                </a:cubicBezTo>
                <a:cubicBezTo>
                  <a:pt x="2102" y="3302"/>
                  <a:pt x="2088" y="3325"/>
                  <a:pt x="2088" y="3352"/>
                </a:cubicBezTo>
                <a:cubicBezTo>
                  <a:pt x="2088" y="3363"/>
                  <a:pt x="2093" y="3372"/>
                  <a:pt x="2103" y="3381"/>
                </a:cubicBezTo>
                <a:cubicBezTo>
                  <a:pt x="2112" y="3389"/>
                  <a:pt x="2131" y="3401"/>
                  <a:pt x="2158" y="3415"/>
                </a:cubicBezTo>
                <a:cubicBezTo>
                  <a:pt x="2180" y="3426"/>
                  <a:pt x="2191" y="3436"/>
                  <a:pt x="2191" y="3445"/>
                </a:cubicBezTo>
                <a:cubicBezTo>
                  <a:pt x="2187" y="3453"/>
                  <a:pt x="2176" y="3459"/>
                  <a:pt x="2159" y="3464"/>
                </a:cubicBezTo>
                <a:cubicBezTo>
                  <a:pt x="2142" y="3469"/>
                  <a:pt x="2125" y="3471"/>
                  <a:pt x="2110" y="3471"/>
                </a:cubicBezTo>
                <a:cubicBezTo>
                  <a:pt x="2108" y="3471"/>
                  <a:pt x="2105" y="3471"/>
                  <a:pt x="2099" y="3469"/>
                </a:cubicBezTo>
                <a:cubicBezTo>
                  <a:pt x="2093" y="3468"/>
                  <a:pt x="2090" y="3467"/>
                  <a:pt x="2088" y="3467"/>
                </a:cubicBezTo>
                <a:cubicBezTo>
                  <a:pt x="2082" y="3467"/>
                  <a:pt x="2077" y="3469"/>
                  <a:pt x="2072" y="3471"/>
                </a:cubicBezTo>
                <a:cubicBezTo>
                  <a:pt x="2067" y="3474"/>
                  <a:pt x="2065" y="3477"/>
                  <a:pt x="2065" y="3483"/>
                </a:cubicBezTo>
                <a:cubicBezTo>
                  <a:pt x="2065" y="3498"/>
                  <a:pt x="2076" y="3505"/>
                  <a:pt x="2098" y="3505"/>
                </a:cubicBezTo>
                <a:cubicBezTo>
                  <a:pt x="2124" y="3505"/>
                  <a:pt x="2152" y="3500"/>
                  <a:pt x="2181" y="3488"/>
                </a:cubicBezTo>
                <a:cubicBezTo>
                  <a:pt x="2210" y="3476"/>
                  <a:pt x="2224" y="3459"/>
                  <a:pt x="2224" y="3438"/>
                </a:cubicBezTo>
                <a:cubicBezTo>
                  <a:pt x="2224" y="3427"/>
                  <a:pt x="2219" y="3417"/>
                  <a:pt x="2210" y="3409"/>
                </a:cubicBezTo>
                <a:cubicBezTo>
                  <a:pt x="2201" y="3400"/>
                  <a:pt x="2188" y="3392"/>
                  <a:pt x="2173" y="3385"/>
                </a:cubicBezTo>
                <a:cubicBezTo>
                  <a:pt x="2154" y="3376"/>
                  <a:pt x="2141" y="3368"/>
                  <a:pt x="2133" y="3362"/>
                </a:cubicBezTo>
                <a:cubicBezTo>
                  <a:pt x="2126" y="3356"/>
                  <a:pt x="2122" y="3349"/>
                  <a:pt x="2122" y="3341"/>
                </a:cubicBezTo>
                <a:cubicBezTo>
                  <a:pt x="2122" y="3328"/>
                  <a:pt x="2133" y="3317"/>
                  <a:pt x="2154" y="3307"/>
                </a:cubicBezTo>
                <a:cubicBezTo>
                  <a:pt x="2175" y="3297"/>
                  <a:pt x="2189" y="3291"/>
                  <a:pt x="2195" y="3291"/>
                </a:cubicBezTo>
                <a:cubicBezTo>
                  <a:pt x="2197" y="3291"/>
                  <a:pt x="2200" y="3293"/>
                  <a:pt x="2204" y="3295"/>
                </a:cubicBezTo>
                <a:cubicBezTo>
                  <a:pt x="2209" y="3297"/>
                  <a:pt x="2211" y="3298"/>
                  <a:pt x="2213" y="3298"/>
                </a:cubicBezTo>
                <a:cubicBezTo>
                  <a:pt x="2215" y="3298"/>
                  <a:pt x="2218" y="3297"/>
                  <a:pt x="2222" y="3294"/>
                </a:cubicBezTo>
                <a:cubicBezTo>
                  <a:pt x="2225" y="3291"/>
                  <a:pt x="2227" y="3287"/>
                  <a:pt x="2227" y="3283"/>
                </a:cubicBezTo>
                <a:cubicBezTo>
                  <a:pt x="2227" y="3274"/>
                  <a:pt x="2225" y="3267"/>
                  <a:pt x="2220" y="3263"/>
                </a:cubicBezTo>
                <a:cubicBezTo>
                  <a:pt x="2215" y="3259"/>
                  <a:pt x="2207" y="3257"/>
                  <a:pt x="2195" y="3257"/>
                </a:cubicBezTo>
                <a:close/>
                <a:moveTo>
                  <a:pt x="3773" y="3245"/>
                </a:moveTo>
                <a:cubicBezTo>
                  <a:pt x="3776" y="3252"/>
                  <a:pt x="3783" y="3271"/>
                  <a:pt x="3793" y="3302"/>
                </a:cubicBezTo>
                <a:cubicBezTo>
                  <a:pt x="3802" y="3331"/>
                  <a:pt x="3809" y="3351"/>
                  <a:pt x="3814" y="3362"/>
                </a:cubicBezTo>
                <a:cubicBezTo>
                  <a:pt x="3808" y="3363"/>
                  <a:pt x="3786" y="3367"/>
                  <a:pt x="3749" y="3374"/>
                </a:cubicBezTo>
                <a:cubicBezTo>
                  <a:pt x="3742" y="3376"/>
                  <a:pt x="3734" y="3377"/>
                  <a:pt x="3724" y="3378"/>
                </a:cubicBezTo>
                <a:cubicBezTo>
                  <a:pt x="3712" y="3380"/>
                  <a:pt x="3704" y="3381"/>
                  <a:pt x="3702" y="3383"/>
                </a:cubicBezTo>
                <a:lnTo>
                  <a:pt x="3739" y="3313"/>
                </a:lnTo>
                <a:cubicBezTo>
                  <a:pt x="3754" y="3284"/>
                  <a:pt x="3766" y="3261"/>
                  <a:pt x="3773" y="3245"/>
                </a:cubicBezTo>
                <a:close/>
                <a:moveTo>
                  <a:pt x="3210" y="3212"/>
                </a:moveTo>
                <a:cubicBezTo>
                  <a:pt x="3215" y="3212"/>
                  <a:pt x="3220" y="3215"/>
                  <a:pt x="3225" y="3221"/>
                </a:cubicBezTo>
                <a:cubicBezTo>
                  <a:pt x="3230" y="3226"/>
                  <a:pt x="3233" y="3232"/>
                  <a:pt x="3233" y="3237"/>
                </a:cubicBezTo>
                <a:cubicBezTo>
                  <a:pt x="3233" y="3261"/>
                  <a:pt x="3219" y="3285"/>
                  <a:pt x="3192" y="3307"/>
                </a:cubicBezTo>
                <a:cubicBezTo>
                  <a:pt x="3189" y="3306"/>
                  <a:pt x="3188" y="3290"/>
                  <a:pt x="3188" y="3258"/>
                </a:cubicBezTo>
                <a:cubicBezTo>
                  <a:pt x="3188" y="3243"/>
                  <a:pt x="3190" y="3232"/>
                  <a:pt x="3195" y="3224"/>
                </a:cubicBezTo>
                <a:cubicBezTo>
                  <a:pt x="3199" y="3216"/>
                  <a:pt x="3204" y="3212"/>
                  <a:pt x="3210" y="3212"/>
                </a:cubicBezTo>
                <a:close/>
                <a:moveTo>
                  <a:pt x="4592" y="3195"/>
                </a:moveTo>
                <a:cubicBezTo>
                  <a:pt x="4583" y="3195"/>
                  <a:pt x="4576" y="3203"/>
                  <a:pt x="4573" y="3217"/>
                </a:cubicBezTo>
                <a:cubicBezTo>
                  <a:pt x="4570" y="3231"/>
                  <a:pt x="4566" y="3246"/>
                  <a:pt x="4562" y="3261"/>
                </a:cubicBezTo>
                <a:cubicBezTo>
                  <a:pt x="4558" y="3275"/>
                  <a:pt x="4554" y="3284"/>
                  <a:pt x="4552" y="3287"/>
                </a:cubicBezTo>
                <a:cubicBezTo>
                  <a:pt x="4550" y="3289"/>
                  <a:pt x="4547" y="3290"/>
                  <a:pt x="4544" y="3290"/>
                </a:cubicBezTo>
                <a:lnTo>
                  <a:pt x="4502" y="3290"/>
                </a:lnTo>
                <a:cubicBezTo>
                  <a:pt x="4498" y="3290"/>
                  <a:pt x="4495" y="3291"/>
                  <a:pt x="4493" y="3293"/>
                </a:cubicBezTo>
                <a:lnTo>
                  <a:pt x="4492" y="3294"/>
                </a:lnTo>
                <a:lnTo>
                  <a:pt x="4491" y="3292"/>
                </a:lnTo>
                <a:cubicBezTo>
                  <a:pt x="4490" y="3290"/>
                  <a:pt x="4488" y="3288"/>
                  <a:pt x="4486" y="3286"/>
                </a:cubicBezTo>
                <a:cubicBezTo>
                  <a:pt x="4479" y="3279"/>
                  <a:pt x="4469" y="3275"/>
                  <a:pt x="4457" y="3275"/>
                </a:cubicBezTo>
                <a:cubicBezTo>
                  <a:pt x="4451" y="3275"/>
                  <a:pt x="4445" y="3277"/>
                  <a:pt x="4439" y="3279"/>
                </a:cubicBezTo>
                <a:cubicBezTo>
                  <a:pt x="4432" y="3281"/>
                  <a:pt x="4425" y="3285"/>
                  <a:pt x="4418" y="3291"/>
                </a:cubicBezTo>
                <a:cubicBezTo>
                  <a:pt x="4410" y="3297"/>
                  <a:pt x="4401" y="3305"/>
                  <a:pt x="4392" y="3316"/>
                </a:cubicBezTo>
                <a:cubicBezTo>
                  <a:pt x="4383" y="3327"/>
                  <a:pt x="4374" y="3339"/>
                  <a:pt x="4366" y="3351"/>
                </a:cubicBezTo>
                <a:cubicBezTo>
                  <a:pt x="4358" y="3363"/>
                  <a:pt x="4350" y="3380"/>
                  <a:pt x="4341" y="3401"/>
                </a:cubicBezTo>
                <a:cubicBezTo>
                  <a:pt x="4339" y="3405"/>
                  <a:pt x="4337" y="3409"/>
                  <a:pt x="4336" y="3411"/>
                </a:cubicBezTo>
                <a:lnTo>
                  <a:pt x="4336" y="3406"/>
                </a:lnTo>
                <a:lnTo>
                  <a:pt x="4336" y="3398"/>
                </a:lnTo>
                <a:cubicBezTo>
                  <a:pt x="4337" y="3373"/>
                  <a:pt x="4339" y="3358"/>
                  <a:pt x="4340" y="3352"/>
                </a:cubicBezTo>
                <a:cubicBezTo>
                  <a:pt x="4341" y="3347"/>
                  <a:pt x="4342" y="3342"/>
                  <a:pt x="4342" y="3337"/>
                </a:cubicBezTo>
                <a:cubicBezTo>
                  <a:pt x="4343" y="3333"/>
                  <a:pt x="4345" y="3326"/>
                  <a:pt x="4348" y="3315"/>
                </a:cubicBezTo>
                <a:cubicBezTo>
                  <a:pt x="4351" y="3305"/>
                  <a:pt x="4352" y="3298"/>
                  <a:pt x="4352" y="3293"/>
                </a:cubicBezTo>
                <a:cubicBezTo>
                  <a:pt x="4352" y="3289"/>
                  <a:pt x="4351" y="3286"/>
                  <a:pt x="4348" y="3282"/>
                </a:cubicBezTo>
                <a:cubicBezTo>
                  <a:pt x="4346" y="3279"/>
                  <a:pt x="4342" y="3277"/>
                  <a:pt x="4337" y="3277"/>
                </a:cubicBezTo>
                <a:cubicBezTo>
                  <a:pt x="4332" y="3277"/>
                  <a:pt x="4327" y="3279"/>
                  <a:pt x="4322" y="3283"/>
                </a:cubicBezTo>
                <a:cubicBezTo>
                  <a:pt x="4318" y="3286"/>
                  <a:pt x="4315" y="3290"/>
                  <a:pt x="4313" y="3294"/>
                </a:cubicBezTo>
                <a:cubicBezTo>
                  <a:pt x="4312" y="3298"/>
                  <a:pt x="4311" y="3306"/>
                  <a:pt x="4310" y="3316"/>
                </a:cubicBezTo>
                <a:cubicBezTo>
                  <a:pt x="4309" y="3326"/>
                  <a:pt x="4308" y="3332"/>
                  <a:pt x="4308" y="3334"/>
                </a:cubicBezTo>
                <a:cubicBezTo>
                  <a:pt x="4305" y="3350"/>
                  <a:pt x="4304" y="3371"/>
                  <a:pt x="4303" y="3397"/>
                </a:cubicBezTo>
                <a:cubicBezTo>
                  <a:pt x="4302" y="3419"/>
                  <a:pt x="4302" y="3433"/>
                  <a:pt x="4302" y="3439"/>
                </a:cubicBezTo>
                <a:cubicBezTo>
                  <a:pt x="4302" y="3463"/>
                  <a:pt x="4303" y="3480"/>
                  <a:pt x="4306" y="3490"/>
                </a:cubicBezTo>
                <a:cubicBezTo>
                  <a:pt x="4309" y="3500"/>
                  <a:pt x="4314" y="3504"/>
                  <a:pt x="4321" y="3504"/>
                </a:cubicBezTo>
                <a:cubicBezTo>
                  <a:pt x="4328" y="3504"/>
                  <a:pt x="4333" y="3503"/>
                  <a:pt x="4337" y="3499"/>
                </a:cubicBezTo>
                <a:cubicBezTo>
                  <a:pt x="4341" y="3496"/>
                  <a:pt x="4344" y="3489"/>
                  <a:pt x="4345" y="3478"/>
                </a:cubicBezTo>
                <a:cubicBezTo>
                  <a:pt x="4350" y="3437"/>
                  <a:pt x="4366" y="3399"/>
                  <a:pt x="4391" y="3364"/>
                </a:cubicBezTo>
                <a:cubicBezTo>
                  <a:pt x="4416" y="3330"/>
                  <a:pt x="4436" y="3312"/>
                  <a:pt x="4450" y="3312"/>
                </a:cubicBezTo>
                <a:cubicBezTo>
                  <a:pt x="4455" y="3312"/>
                  <a:pt x="4460" y="3315"/>
                  <a:pt x="4465" y="3320"/>
                </a:cubicBezTo>
                <a:cubicBezTo>
                  <a:pt x="4470" y="3326"/>
                  <a:pt x="4475" y="3328"/>
                  <a:pt x="4481" y="3328"/>
                </a:cubicBezTo>
                <a:cubicBezTo>
                  <a:pt x="4487" y="3328"/>
                  <a:pt x="4491" y="3327"/>
                  <a:pt x="4493" y="3323"/>
                </a:cubicBezTo>
                <a:cubicBezTo>
                  <a:pt x="4495" y="3322"/>
                  <a:pt x="4496" y="3320"/>
                  <a:pt x="4496" y="3318"/>
                </a:cubicBezTo>
                <a:lnTo>
                  <a:pt x="4496" y="3317"/>
                </a:lnTo>
                <a:lnTo>
                  <a:pt x="4497" y="3317"/>
                </a:lnTo>
                <a:cubicBezTo>
                  <a:pt x="4501" y="3321"/>
                  <a:pt x="4508" y="3322"/>
                  <a:pt x="4517" y="3322"/>
                </a:cubicBezTo>
                <a:lnTo>
                  <a:pt x="4538" y="3321"/>
                </a:lnTo>
                <a:cubicBezTo>
                  <a:pt x="4541" y="3321"/>
                  <a:pt x="4543" y="3322"/>
                  <a:pt x="4543" y="3324"/>
                </a:cubicBezTo>
                <a:cubicBezTo>
                  <a:pt x="4543" y="3330"/>
                  <a:pt x="4540" y="3348"/>
                  <a:pt x="4533" y="3377"/>
                </a:cubicBezTo>
                <a:cubicBezTo>
                  <a:pt x="4526" y="3407"/>
                  <a:pt x="4522" y="3429"/>
                  <a:pt x="4522" y="3443"/>
                </a:cubicBezTo>
                <a:cubicBezTo>
                  <a:pt x="4522" y="3483"/>
                  <a:pt x="4539" y="3502"/>
                  <a:pt x="4572" y="3502"/>
                </a:cubicBezTo>
                <a:cubicBezTo>
                  <a:pt x="4591" y="3502"/>
                  <a:pt x="4611" y="3495"/>
                  <a:pt x="4630" y="3479"/>
                </a:cubicBezTo>
                <a:cubicBezTo>
                  <a:pt x="4649" y="3463"/>
                  <a:pt x="4658" y="3451"/>
                  <a:pt x="4658" y="3441"/>
                </a:cubicBezTo>
                <a:cubicBezTo>
                  <a:pt x="4658" y="3435"/>
                  <a:pt x="4655" y="3431"/>
                  <a:pt x="4649" y="3431"/>
                </a:cubicBezTo>
                <a:cubicBezTo>
                  <a:pt x="4645" y="3431"/>
                  <a:pt x="4639" y="3435"/>
                  <a:pt x="4631" y="3442"/>
                </a:cubicBezTo>
                <a:cubicBezTo>
                  <a:pt x="4610" y="3460"/>
                  <a:pt x="4593" y="3468"/>
                  <a:pt x="4582" y="3468"/>
                </a:cubicBezTo>
                <a:cubicBezTo>
                  <a:pt x="4574" y="3468"/>
                  <a:pt x="4568" y="3466"/>
                  <a:pt x="4564" y="3461"/>
                </a:cubicBezTo>
                <a:cubicBezTo>
                  <a:pt x="4560" y="3456"/>
                  <a:pt x="4558" y="3446"/>
                  <a:pt x="4558" y="3431"/>
                </a:cubicBezTo>
                <a:cubicBezTo>
                  <a:pt x="4558" y="3422"/>
                  <a:pt x="4561" y="3401"/>
                  <a:pt x="4568" y="3370"/>
                </a:cubicBezTo>
                <a:cubicBezTo>
                  <a:pt x="4575" y="3339"/>
                  <a:pt x="4580" y="3323"/>
                  <a:pt x="4581" y="3321"/>
                </a:cubicBezTo>
                <a:cubicBezTo>
                  <a:pt x="4582" y="3320"/>
                  <a:pt x="4591" y="3318"/>
                  <a:pt x="4608" y="3316"/>
                </a:cubicBezTo>
                <a:cubicBezTo>
                  <a:pt x="4625" y="3313"/>
                  <a:pt x="4643" y="3312"/>
                  <a:pt x="4663" y="3310"/>
                </a:cubicBezTo>
                <a:cubicBezTo>
                  <a:pt x="4678" y="3310"/>
                  <a:pt x="4686" y="3304"/>
                  <a:pt x="4686" y="3292"/>
                </a:cubicBezTo>
                <a:cubicBezTo>
                  <a:pt x="4686" y="3288"/>
                  <a:pt x="4685" y="3284"/>
                  <a:pt x="4682" y="3282"/>
                </a:cubicBezTo>
                <a:cubicBezTo>
                  <a:pt x="4679" y="3280"/>
                  <a:pt x="4673" y="3279"/>
                  <a:pt x="4662" y="3279"/>
                </a:cubicBezTo>
                <a:cubicBezTo>
                  <a:pt x="4654" y="3279"/>
                  <a:pt x="4644" y="3280"/>
                  <a:pt x="4632" y="3282"/>
                </a:cubicBezTo>
                <a:cubicBezTo>
                  <a:pt x="4619" y="3283"/>
                  <a:pt x="4606" y="3284"/>
                  <a:pt x="4592" y="3285"/>
                </a:cubicBezTo>
                <a:lnTo>
                  <a:pt x="4604" y="3242"/>
                </a:lnTo>
                <a:cubicBezTo>
                  <a:pt x="4609" y="3225"/>
                  <a:pt x="4611" y="3215"/>
                  <a:pt x="4611" y="3213"/>
                </a:cubicBezTo>
                <a:cubicBezTo>
                  <a:pt x="4611" y="3210"/>
                  <a:pt x="4609" y="3206"/>
                  <a:pt x="4606" y="3202"/>
                </a:cubicBezTo>
                <a:cubicBezTo>
                  <a:pt x="4603" y="3198"/>
                  <a:pt x="4598" y="3195"/>
                  <a:pt x="4592" y="3195"/>
                </a:cubicBezTo>
                <a:close/>
                <a:moveTo>
                  <a:pt x="3781" y="3191"/>
                </a:moveTo>
                <a:cubicBezTo>
                  <a:pt x="3777" y="3191"/>
                  <a:pt x="3771" y="3197"/>
                  <a:pt x="3763" y="3207"/>
                </a:cubicBezTo>
                <a:cubicBezTo>
                  <a:pt x="3755" y="3217"/>
                  <a:pt x="3736" y="3250"/>
                  <a:pt x="3707" y="3305"/>
                </a:cubicBezTo>
                <a:cubicBezTo>
                  <a:pt x="3688" y="3341"/>
                  <a:pt x="3666" y="3378"/>
                  <a:pt x="3638" y="3418"/>
                </a:cubicBezTo>
                <a:cubicBezTo>
                  <a:pt x="3623" y="3441"/>
                  <a:pt x="3613" y="3456"/>
                  <a:pt x="3608" y="3463"/>
                </a:cubicBezTo>
                <a:cubicBezTo>
                  <a:pt x="3603" y="3471"/>
                  <a:pt x="3601" y="3476"/>
                  <a:pt x="3601" y="3481"/>
                </a:cubicBezTo>
                <a:cubicBezTo>
                  <a:pt x="3601" y="3485"/>
                  <a:pt x="3604" y="3490"/>
                  <a:pt x="3609" y="3494"/>
                </a:cubicBezTo>
                <a:cubicBezTo>
                  <a:pt x="3614" y="3498"/>
                  <a:pt x="3618" y="3500"/>
                  <a:pt x="3622" y="3500"/>
                </a:cubicBezTo>
                <a:cubicBezTo>
                  <a:pt x="3627" y="3500"/>
                  <a:pt x="3632" y="3498"/>
                  <a:pt x="3636" y="3492"/>
                </a:cubicBezTo>
                <a:cubicBezTo>
                  <a:pt x="3641" y="3486"/>
                  <a:pt x="3651" y="3469"/>
                  <a:pt x="3667" y="3439"/>
                </a:cubicBezTo>
                <a:cubicBezTo>
                  <a:pt x="3677" y="3422"/>
                  <a:pt x="3684" y="3413"/>
                  <a:pt x="3687" y="3413"/>
                </a:cubicBezTo>
                <a:cubicBezTo>
                  <a:pt x="3688" y="3413"/>
                  <a:pt x="3689" y="3413"/>
                  <a:pt x="3689" y="3413"/>
                </a:cubicBezTo>
                <a:cubicBezTo>
                  <a:pt x="3693" y="3417"/>
                  <a:pt x="3697" y="3419"/>
                  <a:pt x="3700" y="3419"/>
                </a:cubicBezTo>
                <a:cubicBezTo>
                  <a:pt x="3703" y="3419"/>
                  <a:pt x="3709" y="3417"/>
                  <a:pt x="3719" y="3414"/>
                </a:cubicBezTo>
                <a:cubicBezTo>
                  <a:pt x="3737" y="3409"/>
                  <a:pt x="3757" y="3404"/>
                  <a:pt x="3779" y="3400"/>
                </a:cubicBezTo>
                <a:cubicBezTo>
                  <a:pt x="3800" y="3396"/>
                  <a:pt x="3814" y="3394"/>
                  <a:pt x="3821" y="3394"/>
                </a:cubicBezTo>
                <a:cubicBezTo>
                  <a:pt x="3823" y="3394"/>
                  <a:pt x="3829" y="3405"/>
                  <a:pt x="3839" y="3427"/>
                </a:cubicBezTo>
                <a:cubicBezTo>
                  <a:pt x="3864" y="3482"/>
                  <a:pt x="3885" y="3509"/>
                  <a:pt x="3903" y="3509"/>
                </a:cubicBezTo>
                <a:cubicBezTo>
                  <a:pt x="3908" y="3509"/>
                  <a:pt x="3913" y="3507"/>
                  <a:pt x="3917" y="3503"/>
                </a:cubicBezTo>
                <a:cubicBezTo>
                  <a:pt x="3921" y="3499"/>
                  <a:pt x="3923" y="3494"/>
                  <a:pt x="3923" y="3488"/>
                </a:cubicBezTo>
                <a:cubicBezTo>
                  <a:pt x="3923" y="3485"/>
                  <a:pt x="3922" y="3482"/>
                  <a:pt x="3920" y="3479"/>
                </a:cubicBezTo>
                <a:cubicBezTo>
                  <a:pt x="3919" y="3477"/>
                  <a:pt x="3914" y="3472"/>
                  <a:pt x="3908" y="3465"/>
                </a:cubicBezTo>
                <a:cubicBezTo>
                  <a:pt x="3897" y="3455"/>
                  <a:pt x="3885" y="3436"/>
                  <a:pt x="3872" y="3410"/>
                </a:cubicBezTo>
                <a:cubicBezTo>
                  <a:pt x="3858" y="3384"/>
                  <a:pt x="3846" y="3352"/>
                  <a:pt x="3834" y="3316"/>
                </a:cubicBezTo>
                <a:cubicBezTo>
                  <a:pt x="3828" y="3300"/>
                  <a:pt x="3823" y="3285"/>
                  <a:pt x="3817" y="3271"/>
                </a:cubicBezTo>
                <a:cubicBezTo>
                  <a:pt x="3813" y="3260"/>
                  <a:pt x="3809" y="3247"/>
                  <a:pt x="3804" y="3231"/>
                </a:cubicBezTo>
                <a:lnTo>
                  <a:pt x="3801" y="3222"/>
                </a:lnTo>
                <a:cubicBezTo>
                  <a:pt x="3803" y="3219"/>
                  <a:pt x="3803" y="3215"/>
                  <a:pt x="3803" y="3209"/>
                </a:cubicBezTo>
                <a:cubicBezTo>
                  <a:pt x="3803" y="3203"/>
                  <a:pt x="3803" y="3200"/>
                  <a:pt x="3801" y="3199"/>
                </a:cubicBezTo>
                <a:cubicBezTo>
                  <a:pt x="3797" y="3194"/>
                  <a:pt x="3790" y="3191"/>
                  <a:pt x="3781" y="3191"/>
                </a:cubicBezTo>
                <a:close/>
                <a:moveTo>
                  <a:pt x="1478" y="3191"/>
                </a:moveTo>
                <a:cubicBezTo>
                  <a:pt x="1443" y="3191"/>
                  <a:pt x="1409" y="3200"/>
                  <a:pt x="1376" y="3218"/>
                </a:cubicBezTo>
                <a:cubicBezTo>
                  <a:pt x="1343" y="3235"/>
                  <a:pt x="1327" y="3258"/>
                  <a:pt x="1327" y="3286"/>
                </a:cubicBezTo>
                <a:cubicBezTo>
                  <a:pt x="1327" y="3301"/>
                  <a:pt x="1332" y="3315"/>
                  <a:pt x="1342" y="3328"/>
                </a:cubicBezTo>
                <a:cubicBezTo>
                  <a:pt x="1352" y="3342"/>
                  <a:pt x="1380" y="3355"/>
                  <a:pt x="1424" y="3369"/>
                </a:cubicBezTo>
                <a:cubicBezTo>
                  <a:pt x="1460" y="3381"/>
                  <a:pt x="1482" y="3389"/>
                  <a:pt x="1491" y="3394"/>
                </a:cubicBezTo>
                <a:cubicBezTo>
                  <a:pt x="1500" y="3399"/>
                  <a:pt x="1504" y="3405"/>
                  <a:pt x="1504" y="3410"/>
                </a:cubicBezTo>
                <a:cubicBezTo>
                  <a:pt x="1504" y="3423"/>
                  <a:pt x="1490" y="3438"/>
                  <a:pt x="1461" y="3453"/>
                </a:cubicBezTo>
                <a:cubicBezTo>
                  <a:pt x="1432" y="3468"/>
                  <a:pt x="1404" y="3475"/>
                  <a:pt x="1378" y="3475"/>
                </a:cubicBezTo>
                <a:cubicBezTo>
                  <a:pt x="1364" y="3475"/>
                  <a:pt x="1350" y="3473"/>
                  <a:pt x="1335" y="3467"/>
                </a:cubicBezTo>
                <a:cubicBezTo>
                  <a:pt x="1332" y="3466"/>
                  <a:pt x="1329" y="3465"/>
                  <a:pt x="1326" y="3465"/>
                </a:cubicBezTo>
                <a:cubicBezTo>
                  <a:pt x="1324" y="3465"/>
                  <a:pt x="1321" y="3468"/>
                  <a:pt x="1319" y="3474"/>
                </a:cubicBezTo>
                <a:cubicBezTo>
                  <a:pt x="1316" y="3480"/>
                  <a:pt x="1315" y="3485"/>
                  <a:pt x="1315" y="3489"/>
                </a:cubicBezTo>
                <a:cubicBezTo>
                  <a:pt x="1315" y="3495"/>
                  <a:pt x="1319" y="3500"/>
                  <a:pt x="1328" y="3504"/>
                </a:cubicBezTo>
                <a:cubicBezTo>
                  <a:pt x="1336" y="3508"/>
                  <a:pt x="1349" y="3509"/>
                  <a:pt x="1365" y="3509"/>
                </a:cubicBezTo>
                <a:cubicBezTo>
                  <a:pt x="1385" y="3509"/>
                  <a:pt x="1409" y="3505"/>
                  <a:pt x="1437" y="3496"/>
                </a:cubicBezTo>
                <a:cubicBezTo>
                  <a:pt x="1466" y="3487"/>
                  <a:pt x="1490" y="3474"/>
                  <a:pt x="1510" y="3457"/>
                </a:cubicBezTo>
                <a:cubicBezTo>
                  <a:pt x="1530" y="3439"/>
                  <a:pt x="1540" y="3423"/>
                  <a:pt x="1540" y="3408"/>
                </a:cubicBezTo>
                <a:cubicBezTo>
                  <a:pt x="1540" y="3394"/>
                  <a:pt x="1533" y="3381"/>
                  <a:pt x="1519" y="3371"/>
                </a:cubicBezTo>
                <a:cubicBezTo>
                  <a:pt x="1504" y="3360"/>
                  <a:pt x="1480" y="3350"/>
                  <a:pt x="1446" y="3340"/>
                </a:cubicBezTo>
                <a:cubicBezTo>
                  <a:pt x="1412" y="3330"/>
                  <a:pt x="1389" y="3321"/>
                  <a:pt x="1379" y="3312"/>
                </a:cubicBezTo>
                <a:cubicBezTo>
                  <a:pt x="1368" y="3303"/>
                  <a:pt x="1363" y="3293"/>
                  <a:pt x="1363" y="3282"/>
                </a:cubicBezTo>
                <a:cubicBezTo>
                  <a:pt x="1363" y="3266"/>
                  <a:pt x="1375" y="3252"/>
                  <a:pt x="1398" y="3241"/>
                </a:cubicBezTo>
                <a:cubicBezTo>
                  <a:pt x="1422" y="3229"/>
                  <a:pt x="1448" y="3223"/>
                  <a:pt x="1477" y="3223"/>
                </a:cubicBezTo>
                <a:cubicBezTo>
                  <a:pt x="1491" y="3223"/>
                  <a:pt x="1503" y="3225"/>
                  <a:pt x="1512" y="3229"/>
                </a:cubicBezTo>
                <a:cubicBezTo>
                  <a:pt x="1521" y="3233"/>
                  <a:pt x="1526" y="3244"/>
                  <a:pt x="1526" y="3262"/>
                </a:cubicBezTo>
                <a:cubicBezTo>
                  <a:pt x="1538" y="3262"/>
                  <a:pt x="1545" y="3258"/>
                  <a:pt x="1548" y="3249"/>
                </a:cubicBezTo>
                <a:cubicBezTo>
                  <a:pt x="1551" y="3241"/>
                  <a:pt x="1552" y="3234"/>
                  <a:pt x="1552" y="3229"/>
                </a:cubicBezTo>
                <a:cubicBezTo>
                  <a:pt x="1552" y="3220"/>
                  <a:pt x="1546" y="3211"/>
                  <a:pt x="1533" y="3203"/>
                </a:cubicBezTo>
                <a:cubicBezTo>
                  <a:pt x="1520" y="3195"/>
                  <a:pt x="1502" y="3191"/>
                  <a:pt x="1478" y="3191"/>
                </a:cubicBezTo>
                <a:close/>
                <a:moveTo>
                  <a:pt x="3219" y="3183"/>
                </a:moveTo>
                <a:cubicBezTo>
                  <a:pt x="3199" y="3183"/>
                  <a:pt x="3184" y="3190"/>
                  <a:pt x="3173" y="3204"/>
                </a:cubicBezTo>
                <a:cubicBezTo>
                  <a:pt x="3163" y="3218"/>
                  <a:pt x="3158" y="3237"/>
                  <a:pt x="3158" y="3261"/>
                </a:cubicBezTo>
                <a:cubicBezTo>
                  <a:pt x="3158" y="3265"/>
                  <a:pt x="3159" y="3275"/>
                  <a:pt x="3161" y="3293"/>
                </a:cubicBezTo>
                <a:cubicBezTo>
                  <a:pt x="3162" y="3309"/>
                  <a:pt x="3163" y="3319"/>
                  <a:pt x="3163" y="3324"/>
                </a:cubicBezTo>
                <a:cubicBezTo>
                  <a:pt x="3163" y="3327"/>
                  <a:pt x="3161" y="3329"/>
                  <a:pt x="3158" y="3331"/>
                </a:cubicBezTo>
                <a:cubicBezTo>
                  <a:pt x="3129" y="3349"/>
                  <a:pt x="3109" y="3367"/>
                  <a:pt x="3098" y="3387"/>
                </a:cubicBezTo>
                <a:cubicBezTo>
                  <a:pt x="3088" y="3406"/>
                  <a:pt x="3083" y="3422"/>
                  <a:pt x="3083" y="3434"/>
                </a:cubicBezTo>
                <a:cubicBezTo>
                  <a:pt x="3083" y="3452"/>
                  <a:pt x="3091" y="3468"/>
                  <a:pt x="3108" y="3484"/>
                </a:cubicBezTo>
                <a:cubicBezTo>
                  <a:pt x="3124" y="3500"/>
                  <a:pt x="3149" y="3507"/>
                  <a:pt x="3181" y="3507"/>
                </a:cubicBezTo>
                <a:cubicBezTo>
                  <a:pt x="3187" y="3507"/>
                  <a:pt x="3197" y="3506"/>
                  <a:pt x="3209" y="3502"/>
                </a:cubicBezTo>
                <a:cubicBezTo>
                  <a:pt x="3222" y="3498"/>
                  <a:pt x="3231" y="3494"/>
                  <a:pt x="3237" y="3490"/>
                </a:cubicBezTo>
                <a:cubicBezTo>
                  <a:pt x="3248" y="3483"/>
                  <a:pt x="3256" y="3478"/>
                  <a:pt x="3263" y="3474"/>
                </a:cubicBezTo>
                <a:cubicBezTo>
                  <a:pt x="3268" y="3471"/>
                  <a:pt x="3270" y="3470"/>
                  <a:pt x="3270" y="3470"/>
                </a:cubicBezTo>
                <a:lnTo>
                  <a:pt x="3273" y="3468"/>
                </a:lnTo>
                <a:cubicBezTo>
                  <a:pt x="3273" y="3468"/>
                  <a:pt x="3278" y="3470"/>
                  <a:pt x="3286" y="3474"/>
                </a:cubicBezTo>
                <a:cubicBezTo>
                  <a:pt x="3294" y="3478"/>
                  <a:pt x="3300" y="3481"/>
                  <a:pt x="3302" y="3484"/>
                </a:cubicBezTo>
                <a:cubicBezTo>
                  <a:pt x="3316" y="3491"/>
                  <a:pt x="3335" y="3494"/>
                  <a:pt x="3359" y="3494"/>
                </a:cubicBezTo>
                <a:cubicBezTo>
                  <a:pt x="3373" y="3494"/>
                  <a:pt x="3385" y="3491"/>
                  <a:pt x="3395" y="3484"/>
                </a:cubicBezTo>
                <a:cubicBezTo>
                  <a:pt x="3405" y="3477"/>
                  <a:pt x="3410" y="3472"/>
                  <a:pt x="3410" y="3470"/>
                </a:cubicBezTo>
                <a:cubicBezTo>
                  <a:pt x="3410" y="3462"/>
                  <a:pt x="3404" y="3458"/>
                  <a:pt x="3393" y="3458"/>
                </a:cubicBezTo>
                <a:cubicBezTo>
                  <a:pt x="3391" y="3458"/>
                  <a:pt x="3385" y="3459"/>
                  <a:pt x="3374" y="3460"/>
                </a:cubicBezTo>
                <a:cubicBezTo>
                  <a:pt x="3364" y="3462"/>
                  <a:pt x="3358" y="3462"/>
                  <a:pt x="3355" y="3462"/>
                </a:cubicBezTo>
                <a:cubicBezTo>
                  <a:pt x="3344" y="3462"/>
                  <a:pt x="3333" y="3460"/>
                  <a:pt x="3322" y="3456"/>
                </a:cubicBezTo>
                <a:cubicBezTo>
                  <a:pt x="3311" y="3452"/>
                  <a:pt x="3306" y="3448"/>
                  <a:pt x="3306" y="3444"/>
                </a:cubicBezTo>
                <a:cubicBezTo>
                  <a:pt x="3306" y="3443"/>
                  <a:pt x="3312" y="3434"/>
                  <a:pt x="3323" y="3418"/>
                </a:cubicBezTo>
                <a:cubicBezTo>
                  <a:pt x="3326" y="3415"/>
                  <a:pt x="3330" y="3406"/>
                  <a:pt x="3336" y="3393"/>
                </a:cubicBezTo>
                <a:cubicBezTo>
                  <a:pt x="3343" y="3378"/>
                  <a:pt x="3348" y="3369"/>
                  <a:pt x="3351" y="3366"/>
                </a:cubicBezTo>
                <a:cubicBezTo>
                  <a:pt x="3354" y="3363"/>
                  <a:pt x="3358" y="3361"/>
                  <a:pt x="3363" y="3360"/>
                </a:cubicBezTo>
                <a:cubicBezTo>
                  <a:pt x="3389" y="3355"/>
                  <a:pt x="3405" y="3352"/>
                  <a:pt x="3412" y="3349"/>
                </a:cubicBezTo>
                <a:cubicBezTo>
                  <a:pt x="3419" y="3346"/>
                  <a:pt x="3422" y="3342"/>
                  <a:pt x="3422" y="3336"/>
                </a:cubicBezTo>
                <a:cubicBezTo>
                  <a:pt x="3422" y="3330"/>
                  <a:pt x="3416" y="3327"/>
                  <a:pt x="3405" y="3327"/>
                </a:cubicBezTo>
                <a:cubicBezTo>
                  <a:pt x="3400" y="3327"/>
                  <a:pt x="3388" y="3329"/>
                  <a:pt x="3369" y="3331"/>
                </a:cubicBezTo>
                <a:cubicBezTo>
                  <a:pt x="3350" y="3334"/>
                  <a:pt x="3336" y="3335"/>
                  <a:pt x="3329" y="3335"/>
                </a:cubicBezTo>
                <a:cubicBezTo>
                  <a:pt x="3320" y="3335"/>
                  <a:pt x="3309" y="3333"/>
                  <a:pt x="3296" y="3327"/>
                </a:cubicBezTo>
                <a:cubicBezTo>
                  <a:pt x="3293" y="3326"/>
                  <a:pt x="3290" y="3325"/>
                  <a:pt x="3287" y="3325"/>
                </a:cubicBezTo>
                <a:cubicBezTo>
                  <a:pt x="3283" y="3325"/>
                  <a:pt x="3278" y="3327"/>
                  <a:pt x="3273" y="3329"/>
                </a:cubicBezTo>
                <a:cubicBezTo>
                  <a:pt x="3267" y="3332"/>
                  <a:pt x="3264" y="3335"/>
                  <a:pt x="3264" y="3338"/>
                </a:cubicBezTo>
                <a:cubicBezTo>
                  <a:pt x="3264" y="3348"/>
                  <a:pt x="3266" y="3355"/>
                  <a:pt x="3271" y="3357"/>
                </a:cubicBezTo>
                <a:cubicBezTo>
                  <a:pt x="3275" y="3359"/>
                  <a:pt x="3290" y="3362"/>
                  <a:pt x="3315" y="3363"/>
                </a:cubicBezTo>
                <a:cubicBezTo>
                  <a:pt x="3307" y="3383"/>
                  <a:pt x="3301" y="3397"/>
                  <a:pt x="3297" y="3405"/>
                </a:cubicBezTo>
                <a:lnTo>
                  <a:pt x="3292" y="3415"/>
                </a:lnTo>
                <a:cubicBezTo>
                  <a:pt x="3286" y="3427"/>
                  <a:pt x="3281" y="3432"/>
                  <a:pt x="3275" y="3432"/>
                </a:cubicBezTo>
                <a:cubicBezTo>
                  <a:pt x="3257" y="3421"/>
                  <a:pt x="3240" y="3405"/>
                  <a:pt x="3224" y="3383"/>
                </a:cubicBezTo>
                <a:cubicBezTo>
                  <a:pt x="3208" y="3361"/>
                  <a:pt x="3200" y="3345"/>
                  <a:pt x="3200" y="3335"/>
                </a:cubicBezTo>
                <a:cubicBezTo>
                  <a:pt x="3200" y="3334"/>
                  <a:pt x="3201" y="3332"/>
                  <a:pt x="3203" y="3330"/>
                </a:cubicBezTo>
                <a:cubicBezTo>
                  <a:pt x="3223" y="3313"/>
                  <a:pt x="3236" y="3301"/>
                  <a:pt x="3242" y="3294"/>
                </a:cubicBezTo>
                <a:cubicBezTo>
                  <a:pt x="3249" y="3287"/>
                  <a:pt x="3254" y="3279"/>
                  <a:pt x="3258" y="3270"/>
                </a:cubicBezTo>
                <a:cubicBezTo>
                  <a:pt x="3262" y="3261"/>
                  <a:pt x="3264" y="3251"/>
                  <a:pt x="3264" y="3242"/>
                </a:cubicBezTo>
                <a:cubicBezTo>
                  <a:pt x="3264" y="3226"/>
                  <a:pt x="3260" y="3212"/>
                  <a:pt x="3251" y="3201"/>
                </a:cubicBezTo>
                <a:cubicBezTo>
                  <a:pt x="3243" y="3189"/>
                  <a:pt x="3232" y="3183"/>
                  <a:pt x="3219" y="3183"/>
                </a:cubicBezTo>
                <a:close/>
                <a:moveTo>
                  <a:pt x="4788" y="3153"/>
                </a:moveTo>
                <a:cubicBezTo>
                  <a:pt x="4780" y="3153"/>
                  <a:pt x="4773" y="3156"/>
                  <a:pt x="4767" y="3162"/>
                </a:cubicBezTo>
                <a:cubicBezTo>
                  <a:pt x="4760" y="3168"/>
                  <a:pt x="4757" y="3173"/>
                  <a:pt x="4757" y="3179"/>
                </a:cubicBezTo>
                <a:cubicBezTo>
                  <a:pt x="4757" y="3185"/>
                  <a:pt x="4759" y="3193"/>
                  <a:pt x="4763" y="3202"/>
                </a:cubicBezTo>
                <a:cubicBezTo>
                  <a:pt x="4763" y="3204"/>
                  <a:pt x="4764" y="3206"/>
                  <a:pt x="4765" y="3208"/>
                </a:cubicBezTo>
                <a:cubicBezTo>
                  <a:pt x="4766" y="3214"/>
                  <a:pt x="4768" y="3217"/>
                  <a:pt x="4771" y="3217"/>
                </a:cubicBezTo>
                <a:cubicBezTo>
                  <a:pt x="4775" y="3217"/>
                  <a:pt x="4781" y="3216"/>
                  <a:pt x="4788" y="3212"/>
                </a:cubicBezTo>
                <a:cubicBezTo>
                  <a:pt x="4795" y="3208"/>
                  <a:pt x="4801" y="3201"/>
                  <a:pt x="4804" y="3190"/>
                </a:cubicBezTo>
                <a:cubicBezTo>
                  <a:pt x="4807" y="3179"/>
                  <a:pt x="4809" y="3172"/>
                  <a:pt x="4809" y="3167"/>
                </a:cubicBezTo>
                <a:cubicBezTo>
                  <a:pt x="4809" y="3164"/>
                  <a:pt x="4807" y="3161"/>
                  <a:pt x="4802" y="3158"/>
                </a:cubicBezTo>
                <a:cubicBezTo>
                  <a:pt x="4797" y="3155"/>
                  <a:pt x="4792" y="3153"/>
                  <a:pt x="4788" y="3153"/>
                </a:cubicBezTo>
                <a:close/>
                <a:moveTo>
                  <a:pt x="2349" y="3153"/>
                </a:moveTo>
                <a:cubicBezTo>
                  <a:pt x="2341" y="3153"/>
                  <a:pt x="2334" y="3156"/>
                  <a:pt x="2328" y="3162"/>
                </a:cubicBezTo>
                <a:cubicBezTo>
                  <a:pt x="2321" y="3168"/>
                  <a:pt x="2318" y="3173"/>
                  <a:pt x="2318" y="3179"/>
                </a:cubicBezTo>
                <a:cubicBezTo>
                  <a:pt x="2318" y="3185"/>
                  <a:pt x="2320" y="3193"/>
                  <a:pt x="2324" y="3202"/>
                </a:cubicBezTo>
                <a:cubicBezTo>
                  <a:pt x="2324" y="3204"/>
                  <a:pt x="2325" y="3206"/>
                  <a:pt x="2326" y="3208"/>
                </a:cubicBezTo>
                <a:cubicBezTo>
                  <a:pt x="2327" y="3214"/>
                  <a:pt x="2329" y="3217"/>
                  <a:pt x="2332" y="3217"/>
                </a:cubicBezTo>
                <a:cubicBezTo>
                  <a:pt x="2336" y="3217"/>
                  <a:pt x="2342" y="3216"/>
                  <a:pt x="2349" y="3212"/>
                </a:cubicBezTo>
                <a:cubicBezTo>
                  <a:pt x="2356" y="3208"/>
                  <a:pt x="2362" y="3201"/>
                  <a:pt x="2365" y="3190"/>
                </a:cubicBezTo>
                <a:cubicBezTo>
                  <a:pt x="2368" y="3179"/>
                  <a:pt x="2370" y="3172"/>
                  <a:pt x="2370" y="3167"/>
                </a:cubicBezTo>
                <a:cubicBezTo>
                  <a:pt x="2370" y="3164"/>
                  <a:pt x="2368" y="3161"/>
                  <a:pt x="2363" y="3158"/>
                </a:cubicBezTo>
                <a:cubicBezTo>
                  <a:pt x="2358" y="3155"/>
                  <a:pt x="2353" y="3153"/>
                  <a:pt x="2349" y="3153"/>
                </a:cubicBezTo>
                <a:close/>
                <a:moveTo>
                  <a:pt x="4028" y="3145"/>
                </a:moveTo>
                <a:cubicBezTo>
                  <a:pt x="4022" y="3145"/>
                  <a:pt x="4015" y="3151"/>
                  <a:pt x="4009" y="3163"/>
                </a:cubicBezTo>
                <a:cubicBezTo>
                  <a:pt x="4002" y="3174"/>
                  <a:pt x="3993" y="3214"/>
                  <a:pt x="3982" y="3281"/>
                </a:cubicBezTo>
                <a:cubicBezTo>
                  <a:pt x="3971" y="3349"/>
                  <a:pt x="3966" y="3406"/>
                  <a:pt x="3966" y="3451"/>
                </a:cubicBezTo>
                <a:cubicBezTo>
                  <a:pt x="3966" y="3471"/>
                  <a:pt x="3967" y="3486"/>
                  <a:pt x="3970" y="3495"/>
                </a:cubicBezTo>
                <a:cubicBezTo>
                  <a:pt x="3973" y="3504"/>
                  <a:pt x="3978" y="3508"/>
                  <a:pt x="3985" y="3508"/>
                </a:cubicBezTo>
                <a:cubicBezTo>
                  <a:pt x="3990" y="3508"/>
                  <a:pt x="3995" y="3506"/>
                  <a:pt x="4000" y="3501"/>
                </a:cubicBezTo>
                <a:cubicBezTo>
                  <a:pt x="4005" y="3496"/>
                  <a:pt x="4007" y="3490"/>
                  <a:pt x="4007" y="3484"/>
                </a:cubicBezTo>
                <a:cubicBezTo>
                  <a:pt x="4007" y="3482"/>
                  <a:pt x="4007" y="3479"/>
                  <a:pt x="4006" y="3474"/>
                </a:cubicBezTo>
                <a:cubicBezTo>
                  <a:pt x="4003" y="3452"/>
                  <a:pt x="4002" y="3430"/>
                  <a:pt x="4002" y="3407"/>
                </a:cubicBezTo>
                <a:cubicBezTo>
                  <a:pt x="4002" y="3389"/>
                  <a:pt x="4004" y="3364"/>
                  <a:pt x="4008" y="3332"/>
                </a:cubicBezTo>
                <a:cubicBezTo>
                  <a:pt x="4012" y="3300"/>
                  <a:pt x="4018" y="3271"/>
                  <a:pt x="4025" y="3244"/>
                </a:cubicBezTo>
                <a:cubicBezTo>
                  <a:pt x="4037" y="3202"/>
                  <a:pt x="4043" y="3176"/>
                  <a:pt x="4043" y="3164"/>
                </a:cubicBezTo>
                <a:cubicBezTo>
                  <a:pt x="4043" y="3152"/>
                  <a:pt x="4038" y="3145"/>
                  <a:pt x="4028" y="3145"/>
                </a:cubicBezTo>
                <a:close/>
                <a:moveTo>
                  <a:pt x="0" y="2310"/>
                </a:moveTo>
                <a:lnTo>
                  <a:pt x="7950" y="2310"/>
                </a:lnTo>
                <a:lnTo>
                  <a:pt x="7950" y="8910"/>
                </a:lnTo>
                <a:lnTo>
                  <a:pt x="0" y="8910"/>
                </a:lnTo>
                <a:lnTo>
                  <a:pt x="0" y="2310"/>
                </a:lnTo>
                <a:close/>
                <a:moveTo>
                  <a:pt x="12404" y="3310"/>
                </a:moveTo>
                <a:cubicBezTo>
                  <a:pt x="12412" y="3310"/>
                  <a:pt x="12419" y="3314"/>
                  <a:pt x="12425" y="3320"/>
                </a:cubicBezTo>
                <a:cubicBezTo>
                  <a:pt x="12430" y="3326"/>
                  <a:pt x="12433" y="3333"/>
                  <a:pt x="12433" y="3339"/>
                </a:cubicBezTo>
                <a:cubicBezTo>
                  <a:pt x="12433" y="3351"/>
                  <a:pt x="12425" y="3369"/>
                  <a:pt x="12409" y="3394"/>
                </a:cubicBezTo>
                <a:cubicBezTo>
                  <a:pt x="12393" y="3419"/>
                  <a:pt x="12377" y="3436"/>
                  <a:pt x="12362" y="3448"/>
                </a:cubicBezTo>
                <a:cubicBezTo>
                  <a:pt x="12347" y="3459"/>
                  <a:pt x="12334" y="3464"/>
                  <a:pt x="12323" y="3464"/>
                </a:cubicBezTo>
                <a:cubicBezTo>
                  <a:pt x="12312" y="3464"/>
                  <a:pt x="12306" y="3456"/>
                  <a:pt x="12306" y="3439"/>
                </a:cubicBezTo>
                <a:cubicBezTo>
                  <a:pt x="12306" y="3413"/>
                  <a:pt x="12317" y="3386"/>
                  <a:pt x="12339" y="3356"/>
                </a:cubicBezTo>
                <a:cubicBezTo>
                  <a:pt x="12360" y="3326"/>
                  <a:pt x="12382" y="3310"/>
                  <a:pt x="12404" y="3310"/>
                </a:cubicBezTo>
                <a:close/>
                <a:moveTo>
                  <a:pt x="11065" y="3305"/>
                </a:moveTo>
                <a:cubicBezTo>
                  <a:pt x="11078" y="3305"/>
                  <a:pt x="11088" y="3311"/>
                  <a:pt x="11096" y="3321"/>
                </a:cubicBezTo>
                <a:cubicBezTo>
                  <a:pt x="11104" y="3332"/>
                  <a:pt x="11108" y="3345"/>
                  <a:pt x="11108" y="3362"/>
                </a:cubicBezTo>
                <a:cubicBezTo>
                  <a:pt x="11108" y="3390"/>
                  <a:pt x="11098" y="3415"/>
                  <a:pt x="11077" y="3437"/>
                </a:cubicBezTo>
                <a:cubicBezTo>
                  <a:pt x="11057" y="3459"/>
                  <a:pt x="11037" y="3470"/>
                  <a:pt x="11017" y="3470"/>
                </a:cubicBezTo>
                <a:cubicBezTo>
                  <a:pt x="11007" y="3470"/>
                  <a:pt x="10999" y="3466"/>
                  <a:pt x="10994" y="3457"/>
                </a:cubicBezTo>
                <a:cubicBezTo>
                  <a:pt x="10988" y="3449"/>
                  <a:pt x="10985" y="3437"/>
                  <a:pt x="10985" y="3423"/>
                </a:cubicBezTo>
                <a:cubicBezTo>
                  <a:pt x="10985" y="3399"/>
                  <a:pt x="10993" y="3373"/>
                  <a:pt x="11009" y="3346"/>
                </a:cubicBezTo>
                <a:cubicBezTo>
                  <a:pt x="11024" y="3319"/>
                  <a:pt x="11043" y="3305"/>
                  <a:pt x="11065" y="3305"/>
                </a:cubicBezTo>
                <a:close/>
                <a:moveTo>
                  <a:pt x="11749" y="3300"/>
                </a:moveTo>
                <a:cubicBezTo>
                  <a:pt x="11762" y="3300"/>
                  <a:pt x="11768" y="3310"/>
                  <a:pt x="11768" y="3330"/>
                </a:cubicBezTo>
                <a:cubicBezTo>
                  <a:pt x="11768" y="3356"/>
                  <a:pt x="11755" y="3384"/>
                  <a:pt x="11728" y="3415"/>
                </a:cubicBezTo>
                <a:cubicBezTo>
                  <a:pt x="11701" y="3445"/>
                  <a:pt x="11680" y="3460"/>
                  <a:pt x="11665" y="3460"/>
                </a:cubicBezTo>
                <a:cubicBezTo>
                  <a:pt x="11654" y="3460"/>
                  <a:pt x="11649" y="3453"/>
                  <a:pt x="11649" y="3437"/>
                </a:cubicBezTo>
                <a:cubicBezTo>
                  <a:pt x="11649" y="3414"/>
                  <a:pt x="11661" y="3386"/>
                  <a:pt x="11685" y="3352"/>
                </a:cubicBezTo>
                <a:cubicBezTo>
                  <a:pt x="11709" y="3318"/>
                  <a:pt x="11730" y="3300"/>
                  <a:pt x="11749" y="3300"/>
                </a:cubicBezTo>
                <a:close/>
                <a:moveTo>
                  <a:pt x="14221" y="3295"/>
                </a:moveTo>
                <a:cubicBezTo>
                  <a:pt x="14228" y="3295"/>
                  <a:pt x="14232" y="3300"/>
                  <a:pt x="14232" y="3308"/>
                </a:cubicBezTo>
                <a:cubicBezTo>
                  <a:pt x="14232" y="3329"/>
                  <a:pt x="14203" y="3356"/>
                  <a:pt x="14145" y="3391"/>
                </a:cubicBezTo>
                <a:cubicBezTo>
                  <a:pt x="14152" y="3364"/>
                  <a:pt x="14163" y="3341"/>
                  <a:pt x="14179" y="3323"/>
                </a:cubicBezTo>
                <a:cubicBezTo>
                  <a:pt x="14194" y="3305"/>
                  <a:pt x="14208" y="3295"/>
                  <a:pt x="14221" y="3295"/>
                </a:cubicBezTo>
                <a:close/>
                <a:moveTo>
                  <a:pt x="13547" y="3295"/>
                </a:moveTo>
                <a:cubicBezTo>
                  <a:pt x="13554" y="3295"/>
                  <a:pt x="13558" y="3300"/>
                  <a:pt x="13558" y="3308"/>
                </a:cubicBezTo>
                <a:cubicBezTo>
                  <a:pt x="13558" y="3329"/>
                  <a:pt x="13529" y="3356"/>
                  <a:pt x="13471" y="3391"/>
                </a:cubicBezTo>
                <a:cubicBezTo>
                  <a:pt x="13478" y="3364"/>
                  <a:pt x="13489" y="3341"/>
                  <a:pt x="13505" y="3323"/>
                </a:cubicBezTo>
                <a:cubicBezTo>
                  <a:pt x="13520" y="3305"/>
                  <a:pt x="13534" y="3295"/>
                  <a:pt x="13547" y="3295"/>
                </a:cubicBezTo>
                <a:close/>
                <a:moveTo>
                  <a:pt x="13173" y="3295"/>
                </a:moveTo>
                <a:cubicBezTo>
                  <a:pt x="13180" y="3295"/>
                  <a:pt x="13184" y="3300"/>
                  <a:pt x="13184" y="3308"/>
                </a:cubicBezTo>
                <a:cubicBezTo>
                  <a:pt x="13184" y="3329"/>
                  <a:pt x="13155" y="3356"/>
                  <a:pt x="13097" y="3391"/>
                </a:cubicBezTo>
                <a:cubicBezTo>
                  <a:pt x="13104" y="3364"/>
                  <a:pt x="13115" y="3341"/>
                  <a:pt x="13131" y="3323"/>
                </a:cubicBezTo>
                <a:cubicBezTo>
                  <a:pt x="13146" y="3305"/>
                  <a:pt x="13160" y="3295"/>
                  <a:pt x="13173" y="3295"/>
                </a:cubicBezTo>
                <a:close/>
                <a:moveTo>
                  <a:pt x="12175" y="3295"/>
                </a:moveTo>
                <a:cubicBezTo>
                  <a:pt x="12182" y="3295"/>
                  <a:pt x="12186" y="3300"/>
                  <a:pt x="12186" y="3308"/>
                </a:cubicBezTo>
                <a:cubicBezTo>
                  <a:pt x="12186" y="3329"/>
                  <a:pt x="12157" y="3356"/>
                  <a:pt x="12099" y="3391"/>
                </a:cubicBezTo>
                <a:cubicBezTo>
                  <a:pt x="12106" y="3364"/>
                  <a:pt x="12117" y="3341"/>
                  <a:pt x="12133" y="3323"/>
                </a:cubicBezTo>
                <a:cubicBezTo>
                  <a:pt x="12148" y="3305"/>
                  <a:pt x="12162" y="3295"/>
                  <a:pt x="12175" y="3295"/>
                </a:cubicBezTo>
                <a:close/>
                <a:moveTo>
                  <a:pt x="13683" y="3285"/>
                </a:moveTo>
                <a:cubicBezTo>
                  <a:pt x="13679" y="3285"/>
                  <a:pt x="13675" y="3289"/>
                  <a:pt x="13671" y="3295"/>
                </a:cubicBezTo>
                <a:cubicBezTo>
                  <a:pt x="13666" y="3301"/>
                  <a:pt x="13664" y="3307"/>
                  <a:pt x="13664" y="3312"/>
                </a:cubicBezTo>
                <a:cubicBezTo>
                  <a:pt x="13664" y="3358"/>
                  <a:pt x="13660" y="3402"/>
                  <a:pt x="13653" y="3443"/>
                </a:cubicBezTo>
                <a:cubicBezTo>
                  <a:pt x="13651" y="3455"/>
                  <a:pt x="13650" y="3464"/>
                  <a:pt x="13650" y="3471"/>
                </a:cubicBezTo>
                <a:cubicBezTo>
                  <a:pt x="13650" y="3486"/>
                  <a:pt x="13658" y="3494"/>
                  <a:pt x="13674" y="3494"/>
                </a:cubicBezTo>
                <a:cubicBezTo>
                  <a:pt x="13678" y="3494"/>
                  <a:pt x="13684" y="3491"/>
                  <a:pt x="13690" y="3485"/>
                </a:cubicBezTo>
                <a:cubicBezTo>
                  <a:pt x="13697" y="3479"/>
                  <a:pt x="13712" y="3454"/>
                  <a:pt x="13734" y="3411"/>
                </a:cubicBezTo>
                <a:cubicBezTo>
                  <a:pt x="13751" y="3379"/>
                  <a:pt x="13764" y="3358"/>
                  <a:pt x="13773" y="3348"/>
                </a:cubicBezTo>
                <a:cubicBezTo>
                  <a:pt x="13781" y="3339"/>
                  <a:pt x="13789" y="3334"/>
                  <a:pt x="13796" y="3334"/>
                </a:cubicBezTo>
                <a:cubicBezTo>
                  <a:pt x="13808" y="3334"/>
                  <a:pt x="13816" y="3355"/>
                  <a:pt x="13820" y="3395"/>
                </a:cubicBezTo>
                <a:cubicBezTo>
                  <a:pt x="13824" y="3435"/>
                  <a:pt x="13829" y="3459"/>
                  <a:pt x="13835" y="3469"/>
                </a:cubicBezTo>
                <a:cubicBezTo>
                  <a:pt x="13841" y="3478"/>
                  <a:pt x="13850" y="3482"/>
                  <a:pt x="13862" y="3482"/>
                </a:cubicBezTo>
                <a:cubicBezTo>
                  <a:pt x="13873" y="3482"/>
                  <a:pt x="13883" y="3479"/>
                  <a:pt x="13891" y="3472"/>
                </a:cubicBezTo>
                <a:cubicBezTo>
                  <a:pt x="13899" y="3466"/>
                  <a:pt x="13903" y="3460"/>
                  <a:pt x="13903" y="3454"/>
                </a:cubicBezTo>
                <a:cubicBezTo>
                  <a:pt x="13903" y="3447"/>
                  <a:pt x="13900" y="3443"/>
                  <a:pt x="13894" y="3443"/>
                </a:cubicBezTo>
                <a:cubicBezTo>
                  <a:pt x="13894" y="3443"/>
                  <a:pt x="13893" y="3444"/>
                  <a:pt x="13892" y="3444"/>
                </a:cubicBezTo>
                <a:cubicBezTo>
                  <a:pt x="13885" y="3447"/>
                  <a:pt x="13880" y="3448"/>
                  <a:pt x="13876" y="3448"/>
                </a:cubicBezTo>
                <a:cubicBezTo>
                  <a:pt x="13869" y="3448"/>
                  <a:pt x="13864" y="3444"/>
                  <a:pt x="13861" y="3436"/>
                </a:cubicBezTo>
                <a:cubicBezTo>
                  <a:pt x="13858" y="3428"/>
                  <a:pt x="13855" y="3407"/>
                  <a:pt x="13851" y="3373"/>
                </a:cubicBezTo>
                <a:cubicBezTo>
                  <a:pt x="13847" y="3343"/>
                  <a:pt x="13842" y="3323"/>
                  <a:pt x="13834" y="3311"/>
                </a:cubicBezTo>
                <a:cubicBezTo>
                  <a:pt x="13826" y="3300"/>
                  <a:pt x="13816" y="3294"/>
                  <a:pt x="13804" y="3294"/>
                </a:cubicBezTo>
                <a:cubicBezTo>
                  <a:pt x="13789" y="3294"/>
                  <a:pt x="13774" y="3301"/>
                  <a:pt x="13762" y="3315"/>
                </a:cubicBezTo>
                <a:cubicBezTo>
                  <a:pt x="13749" y="3328"/>
                  <a:pt x="13734" y="3352"/>
                  <a:pt x="13717" y="3385"/>
                </a:cubicBezTo>
                <a:cubicBezTo>
                  <a:pt x="13699" y="3418"/>
                  <a:pt x="13690" y="3434"/>
                  <a:pt x="13688" y="3434"/>
                </a:cubicBezTo>
                <a:cubicBezTo>
                  <a:pt x="13687" y="3434"/>
                  <a:pt x="13686" y="3433"/>
                  <a:pt x="13686" y="3431"/>
                </a:cubicBezTo>
                <a:cubicBezTo>
                  <a:pt x="13686" y="3427"/>
                  <a:pt x="13687" y="3418"/>
                  <a:pt x="13690" y="3404"/>
                </a:cubicBezTo>
                <a:cubicBezTo>
                  <a:pt x="13699" y="3361"/>
                  <a:pt x="13703" y="3332"/>
                  <a:pt x="13703" y="3318"/>
                </a:cubicBezTo>
                <a:cubicBezTo>
                  <a:pt x="13703" y="3305"/>
                  <a:pt x="13701" y="3296"/>
                  <a:pt x="13698" y="3292"/>
                </a:cubicBezTo>
                <a:cubicBezTo>
                  <a:pt x="13695" y="3288"/>
                  <a:pt x="13690" y="3285"/>
                  <a:pt x="13683" y="3285"/>
                </a:cubicBezTo>
                <a:close/>
                <a:moveTo>
                  <a:pt x="10541" y="3280"/>
                </a:moveTo>
                <a:cubicBezTo>
                  <a:pt x="10532" y="3280"/>
                  <a:pt x="10526" y="3285"/>
                  <a:pt x="10522" y="3293"/>
                </a:cubicBezTo>
                <a:cubicBezTo>
                  <a:pt x="10522" y="3305"/>
                  <a:pt x="10518" y="3325"/>
                  <a:pt x="10511" y="3354"/>
                </a:cubicBezTo>
                <a:cubicBezTo>
                  <a:pt x="10502" y="3389"/>
                  <a:pt x="10498" y="3415"/>
                  <a:pt x="10498" y="3433"/>
                </a:cubicBezTo>
                <a:cubicBezTo>
                  <a:pt x="10498" y="3455"/>
                  <a:pt x="10503" y="3471"/>
                  <a:pt x="10512" y="3482"/>
                </a:cubicBezTo>
                <a:cubicBezTo>
                  <a:pt x="10521" y="3492"/>
                  <a:pt x="10531" y="3497"/>
                  <a:pt x="10540" y="3497"/>
                </a:cubicBezTo>
                <a:cubicBezTo>
                  <a:pt x="10556" y="3497"/>
                  <a:pt x="10573" y="3489"/>
                  <a:pt x="10591" y="3473"/>
                </a:cubicBezTo>
                <a:cubicBezTo>
                  <a:pt x="10609" y="3457"/>
                  <a:pt x="10627" y="3434"/>
                  <a:pt x="10645" y="3405"/>
                </a:cubicBezTo>
                <a:cubicBezTo>
                  <a:pt x="10645" y="3407"/>
                  <a:pt x="10645" y="3409"/>
                  <a:pt x="10645" y="3412"/>
                </a:cubicBezTo>
                <a:lnTo>
                  <a:pt x="10645" y="3418"/>
                </a:lnTo>
                <a:cubicBezTo>
                  <a:pt x="10645" y="3446"/>
                  <a:pt x="10648" y="3467"/>
                  <a:pt x="10653" y="3481"/>
                </a:cubicBezTo>
                <a:cubicBezTo>
                  <a:pt x="10659" y="3495"/>
                  <a:pt x="10667" y="3502"/>
                  <a:pt x="10677" y="3502"/>
                </a:cubicBezTo>
                <a:cubicBezTo>
                  <a:pt x="10681" y="3502"/>
                  <a:pt x="10686" y="3501"/>
                  <a:pt x="10692" y="3498"/>
                </a:cubicBezTo>
                <a:cubicBezTo>
                  <a:pt x="10697" y="3495"/>
                  <a:pt x="10700" y="3491"/>
                  <a:pt x="10700" y="3487"/>
                </a:cubicBezTo>
                <a:cubicBezTo>
                  <a:pt x="10700" y="3484"/>
                  <a:pt x="10697" y="3480"/>
                  <a:pt x="10692" y="3475"/>
                </a:cubicBezTo>
                <a:cubicBezTo>
                  <a:pt x="10681" y="3466"/>
                  <a:pt x="10676" y="3445"/>
                  <a:pt x="10676" y="3413"/>
                </a:cubicBezTo>
                <a:cubicBezTo>
                  <a:pt x="10676" y="3387"/>
                  <a:pt x="10680" y="3359"/>
                  <a:pt x="10688" y="3329"/>
                </a:cubicBezTo>
                <a:cubicBezTo>
                  <a:pt x="10691" y="3320"/>
                  <a:pt x="10692" y="3315"/>
                  <a:pt x="10692" y="3314"/>
                </a:cubicBezTo>
                <a:cubicBezTo>
                  <a:pt x="10692" y="3302"/>
                  <a:pt x="10687" y="3295"/>
                  <a:pt x="10678" y="3295"/>
                </a:cubicBezTo>
                <a:cubicBezTo>
                  <a:pt x="10672" y="3295"/>
                  <a:pt x="10667" y="3298"/>
                  <a:pt x="10663" y="3303"/>
                </a:cubicBezTo>
                <a:cubicBezTo>
                  <a:pt x="10660" y="3307"/>
                  <a:pt x="10655" y="3318"/>
                  <a:pt x="10649" y="3334"/>
                </a:cubicBezTo>
                <a:cubicBezTo>
                  <a:pt x="10635" y="3374"/>
                  <a:pt x="10617" y="3405"/>
                  <a:pt x="10596" y="3427"/>
                </a:cubicBezTo>
                <a:cubicBezTo>
                  <a:pt x="10576" y="3449"/>
                  <a:pt x="10559" y="3460"/>
                  <a:pt x="10546" y="3460"/>
                </a:cubicBezTo>
                <a:cubicBezTo>
                  <a:pt x="10535" y="3460"/>
                  <a:pt x="10530" y="3449"/>
                  <a:pt x="10530" y="3427"/>
                </a:cubicBezTo>
                <a:cubicBezTo>
                  <a:pt x="10530" y="3403"/>
                  <a:pt x="10537" y="3374"/>
                  <a:pt x="10550" y="3339"/>
                </a:cubicBezTo>
                <a:cubicBezTo>
                  <a:pt x="10557" y="3322"/>
                  <a:pt x="10560" y="3309"/>
                  <a:pt x="10560" y="3299"/>
                </a:cubicBezTo>
                <a:cubicBezTo>
                  <a:pt x="10560" y="3295"/>
                  <a:pt x="10558" y="3290"/>
                  <a:pt x="10555" y="3286"/>
                </a:cubicBezTo>
                <a:cubicBezTo>
                  <a:pt x="10551" y="3282"/>
                  <a:pt x="10547" y="3280"/>
                  <a:pt x="10541" y="3280"/>
                </a:cubicBezTo>
                <a:close/>
                <a:moveTo>
                  <a:pt x="11069" y="3273"/>
                </a:moveTo>
                <a:cubicBezTo>
                  <a:pt x="11036" y="3273"/>
                  <a:pt x="11008" y="3291"/>
                  <a:pt x="10984" y="3325"/>
                </a:cubicBezTo>
                <a:cubicBezTo>
                  <a:pt x="10961" y="3359"/>
                  <a:pt x="10949" y="3394"/>
                  <a:pt x="10949" y="3429"/>
                </a:cubicBezTo>
                <a:cubicBezTo>
                  <a:pt x="10949" y="3450"/>
                  <a:pt x="10955" y="3467"/>
                  <a:pt x="10967" y="3481"/>
                </a:cubicBezTo>
                <a:cubicBezTo>
                  <a:pt x="10979" y="3495"/>
                  <a:pt x="10995" y="3502"/>
                  <a:pt x="11013" y="3502"/>
                </a:cubicBezTo>
                <a:cubicBezTo>
                  <a:pt x="11043" y="3502"/>
                  <a:pt x="11072" y="3487"/>
                  <a:pt x="11100" y="3457"/>
                </a:cubicBezTo>
                <a:cubicBezTo>
                  <a:pt x="11128" y="3427"/>
                  <a:pt x="11142" y="3394"/>
                  <a:pt x="11142" y="3359"/>
                </a:cubicBezTo>
                <a:cubicBezTo>
                  <a:pt x="11142" y="3335"/>
                  <a:pt x="11135" y="3315"/>
                  <a:pt x="11122" y="3299"/>
                </a:cubicBezTo>
                <a:cubicBezTo>
                  <a:pt x="11108" y="3282"/>
                  <a:pt x="11091" y="3273"/>
                  <a:pt x="11069" y="3273"/>
                </a:cubicBezTo>
                <a:close/>
                <a:moveTo>
                  <a:pt x="11227" y="3271"/>
                </a:moveTo>
                <a:cubicBezTo>
                  <a:pt x="11219" y="3271"/>
                  <a:pt x="11215" y="3276"/>
                  <a:pt x="11215" y="3285"/>
                </a:cubicBezTo>
                <a:cubicBezTo>
                  <a:pt x="11215" y="3294"/>
                  <a:pt x="11213" y="3309"/>
                  <a:pt x="11210" y="3331"/>
                </a:cubicBezTo>
                <a:cubicBezTo>
                  <a:pt x="11201" y="3383"/>
                  <a:pt x="11197" y="3419"/>
                  <a:pt x="11197" y="3439"/>
                </a:cubicBezTo>
                <a:cubicBezTo>
                  <a:pt x="11197" y="3475"/>
                  <a:pt x="11202" y="3492"/>
                  <a:pt x="11211" y="3492"/>
                </a:cubicBezTo>
                <a:cubicBezTo>
                  <a:pt x="11215" y="3492"/>
                  <a:pt x="11220" y="3492"/>
                  <a:pt x="11226" y="3490"/>
                </a:cubicBezTo>
                <a:cubicBezTo>
                  <a:pt x="11233" y="3488"/>
                  <a:pt x="11237" y="3486"/>
                  <a:pt x="11239" y="3484"/>
                </a:cubicBezTo>
                <a:cubicBezTo>
                  <a:pt x="11241" y="3482"/>
                  <a:pt x="11250" y="3468"/>
                  <a:pt x="11264" y="3443"/>
                </a:cubicBezTo>
                <a:cubicBezTo>
                  <a:pt x="11306" y="3368"/>
                  <a:pt x="11333" y="3331"/>
                  <a:pt x="11346" y="3330"/>
                </a:cubicBezTo>
                <a:cubicBezTo>
                  <a:pt x="11351" y="3338"/>
                  <a:pt x="11355" y="3363"/>
                  <a:pt x="11357" y="3406"/>
                </a:cubicBezTo>
                <a:cubicBezTo>
                  <a:pt x="11358" y="3432"/>
                  <a:pt x="11360" y="3448"/>
                  <a:pt x="11361" y="3454"/>
                </a:cubicBezTo>
                <a:cubicBezTo>
                  <a:pt x="11362" y="3461"/>
                  <a:pt x="11365" y="3467"/>
                  <a:pt x="11370" y="3471"/>
                </a:cubicBezTo>
                <a:cubicBezTo>
                  <a:pt x="11374" y="3476"/>
                  <a:pt x="11380" y="3478"/>
                  <a:pt x="11386" y="3478"/>
                </a:cubicBezTo>
                <a:cubicBezTo>
                  <a:pt x="11392" y="3478"/>
                  <a:pt x="11399" y="3474"/>
                  <a:pt x="11406" y="3465"/>
                </a:cubicBezTo>
                <a:cubicBezTo>
                  <a:pt x="11413" y="3457"/>
                  <a:pt x="11423" y="3439"/>
                  <a:pt x="11437" y="3413"/>
                </a:cubicBezTo>
                <a:cubicBezTo>
                  <a:pt x="11455" y="3380"/>
                  <a:pt x="11467" y="3358"/>
                  <a:pt x="11475" y="3347"/>
                </a:cubicBezTo>
                <a:cubicBezTo>
                  <a:pt x="11483" y="3336"/>
                  <a:pt x="11490" y="3330"/>
                  <a:pt x="11496" y="3330"/>
                </a:cubicBezTo>
                <a:cubicBezTo>
                  <a:pt x="11499" y="3330"/>
                  <a:pt x="11502" y="3334"/>
                  <a:pt x="11504" y="3342"/>
                </a:cubicBezTo>
                <a:cubicBezTo>
                  <a:pt x="11506" y="3349"/>
                  <a:pt x="11508" y="3362"/>
                  <a:pt x="11510" y="3380"/>
                </a:cubicBezTo>
                <a:cubicBezTo>
                  <a:pt x="11514" y="3424"/>
                  <a:pt x="11520" y="3453"/>
                  <a:pt x="11529" y="3466"/>
                </a:cubicBezTo>
                <a:cubicBezTo>
                  <a:pt x="11538" y="3480"/>
                  <a:pt x="11547" y="3486"/>
                  <a:pt x="11558" y="3486"/>
                </a:cubicBezTo>
                <a:cubicBezTo>
                  <a:pt x="11564" y="3486"/>
                  <a:pt x="11570" y="3484"/>
                  <a:pt x="11576" y="3479"/>
                </a:cubicBezTo>
                <a:cubicBezTo>
                  <a:pt x="11583" y="3474"/>
                  <a:pt x="11586" y="3469"/>
                  <a:pt x="11586" y="3464"/>
                </a:cubicBezTo>
                <a:cubicBezTo>
                  <a:pt x="11586" y="3459"/>
                  <a:pt x="11582" y="3455"/>
                  <a:pt x="11574" y="3451"/>
                </a:cubicBezTo>
                <a:cubicBezTo>
                  <a:pt x="11563" y="3446"/>
                  <a:pt x="11555" y="3434"/>
                  <a:pt x="11551" y="3415"/>
                </a:cubicBezTo>
                <a:cubicBezTo>
                  <a:pt x="11546" y="3396"/>
                  <a:pt x="11543" y="3376"/>
                  <a:pt x="11541" y="3353"/>
                </a:cubicBezTo>
                <a:cubicBezTo>
                  <a:pt x="11539" y="3331"/>
                  <a:pt x="11535" y="3314"/>
                  <a:pt x="11530" y="3303"/>
                </a:cubicBezTo>
                <a:cubicBezTo>
                  <a:pt x="11525" y="3291"/>
                  <a:pt x="11517" y="3285"/>
                  <a:pt x="11506" y="3285"/>
                </a:cubicBezTo>
                <a:cubicBezTo>
                  <a:pt x="11493" y="3285"/>
                  <a:pt x="11481" y="3291"/>
                  <a:pt x="11470" y="3303"/>
                </a:cubicBezTo>
                <a:cubicBezTo>
                  <a:pt x="11459" y="3315"/>
                  <a:pt x="11448" y="3333"/>
                  <a:pt x="11437" y="3356"/>
                </a:cubicBezTo>
                <a:cubicBezTo>
                  <a:pt x="11415" y="3400"/>
                  <a:pt x="11401" y="3421"/>
                  <a:pt x="11395" y="3421"/>
                </a:cubicBezTo>
                <a:cubicBezTo>
                  <a:pt x="11394" y="3421"/>
                  <a:pt x="11393" y="3419"/>
                  <a:pt x="11391" y="3413"/>
                </a:cubicBezTo>
                <a:cubicBezTo>
                  <a:pt x="11389" y="3408"/>
                  <a:pt x="11388" y="3400"/>
                  <a:pt x="11388" y="3388"/>
                </a:cubicBezTo>
                <a:cubicBezTo>
                  <a:pt x="11387" y="3344"/>
                  <a:pt x="11384" y="3315"/>
                  <a:pt x="11378" y="3303"/>
                </a:cubicBezTo>
                <a:cubicBezTo>
                  <a:pt x="11373" y="3291"/>
                  <a:pt x="11366" y="3285"/>
                  <a:pt x="11357" y="3285"/>
                </a:cubicBezTo>
                <a:cubicBezTo>
                  <a:pt x="11345" y="3285"/>
                  <a:pt x="11334" y="3291"/>
                  <a:pt x="11323" y="3301"/>
                </a:cubicBezTo>
                <a:cubicBezTo>
                  <a:pt x="11311" y="3311"/>
                  <a:pt x="11294" y="3335"/>
                  <a:pt x="11271" y="3373"/>
                </a:cubicBezTo>
                <a:cubicBezTo>
                  <a:pt x="11254" y="3400"/>
                  <a:pt x="11242" y="3418"/>
                  <a:pt x="11233" y="3426"/>
                </a:cubicBezTo>
                <a:cubicBezTo>
                  <a:pt x="11233" y="3419"/>
                  <a:pt x="11236" y="3398"/>
                  <a:pt x="11242" y="3364"/>
                </a:cubicBezTo>
                <a:cubicBezTo>
                  <a:pt x="11247" y="3334"/>
                  <a:pt x="11249" y="3314"/>
                  <a:pt x="11249" y="3304"/>
                </a:cubicBezTo>
                <a:cubicBezTo>
                  <a:pt x="11249" y="3282"/>
                  <a:pt x="11242" y="3271"/>
                  <a:pt x="11227" y="3271"/>
                </a:cubicBezTo>
                <a:close/>
                <a:moveTo>
                  <a:pt x="11758" y="3268"/>
                </a:moveTo>
                <a:cubicBezTo>
                  <a:pt x="11726" y="3268"/>
                  <a:pt x="11694" y="3289"/>
                  <a:pt x="11662" y="3331"/>
                </a:cubicBezTo>
                <a:cubicBezTo>
                  <a:pt x="11629" y="3372"/>
                  <a:pt x="11613" y="3411"/>
                  <a:pt x="11613" y="3447"/>
                </a:cubicBezTo>
                <a:cubicBezTo>
                  <a:pt x="11613" y="3461"/>
                  <a:pt x="11617" y="3472"/>
                  <a:pt x="11625" y="3481"/>
                </a:cubicBezTo>
                <a:cubicBezTo>
                  <a:pt x="11632" y="3490"/>
                  <a:pt x="11641" y="3494"/>
                  <a:pt x="11652" y="3494"/>
                </a:cubicBezTo>
                <a:cubicBezTo>
                  <a:pt x="11668" y="3494"/>
                  <a:pt x="11685" y="3488"/>
                  <a:pt x="11704" y="3475"/>
                </a:cubicBezTo>
                <a:cubicBezTo>
                  <a:pt x="11723" y="3462"/>
                  <a:pt x="11742" y="3443"/>
                  <a:pt x="11761" y="3417"/>
                </a:cubicBezTo>
                <a:cubicBezTo>
                  <a:pt x="11761" y="3444"/>
                  <a:pt x="11764" y="3465"/>
                  <a:pt x="11771" y="3480"/>
                </a:cubicBezTo>
                <a:cubicBezTo>
                  <a:pt x="11778" y="3494"/>
                  <a:pt x="11787" y="3501"/>
                  <a:pt x="11797" y="3501"/>
                </a:cubicBezTo>
                <a:cubicBezTo>
                  <a:pt x="11803" y="3501"/>
                  <a:pt x="11808" y="3499"/>
                  <a:pt x="11814" y="3495"/>
                </a:cubicBezTo>
                <a:cubicBezTo>
                  <a:pt x="11820" y="3491"/>
                  <a:pt x="11823" y="3486"/>
                  <a:pt x="11823" y="3482"/>
                </a:cubicBezTo>
                <a:cubicBezTo>
                  <a:pt x="11823" y="3477"/>
                  <a:pt x="11820" y="3473"/>
                  <a:pt x="11814" y="3470"/>
                </a:cubicBezTo>
                <a:cubicBezTo>
                  <a:pt x="11801" y="3463"/>
                  <a:pt x="11795" y="3443"/>
                  <a:pt x="11795" y="3410"/>
                </a:cubicBezTo>
                <a:cubicBezTo>
                  <a:pt x="11795" y="3393"/>
                  <a:pt x="11799" y="3365"/>
                  <a:pt x="11807" y="3324"/>
                </a:cubicBezTo>
                <a:cubicBezTo>
                  <a:pt x="11808" y="3316"/>
                  <a:pt x="11809" y="3311"/>
                  <a:pt x="11809" y="3306"/>
                </a:cubicBezTo>
                <a:cubicBezTo>
                  <a:pt x="11809" y="3298"/>
                  <a:pt x="11803" y="3293"/>
                  <a:pt x="11792" y="3293"/>
                </a:cubicBezTo>
                <a:cubicBezTo>
                  <a:pt x="11789" y="3293"/>
                  <a:pt x="11786" y="3291"/>
                  <a:pt x="11784" y="3287"/>
                </a:cubicBezTo>
                <a:cubicBezTo>
                  <a:pt x="11778" y="3275"/>
                  <a:pt x="11770" y="3268"/>
                  <a:pt x="11758" y="3268"/>
                </a:cubicBezTo>
                <a:close/>
                <a:moveTo>
                  <a:pt x="14231" y="3264"/>
                </a:moveTo>
                <a:cubicBezTo>
                  <a:pt x="14200" y="3264"/>
                  <a:pt x="14172" y="3282"/>
                  <a:pt x="14145" y="3317"/>
                </a:cubicBezTo>
                <a:cubicBezTo>
                  <a:pt x="14119" y="3352"/>
                  <a:pt x="14106" y="3389"/>
                  <a:pt x="14106" y="3428"/>
                </a:cubicBezTo>
                <a:cubicBezTo>
                  <a:pt x="14106" y="3451"/>
                  <a:pt x="14112" y="3469"/>
                  <a:pt x="14124" y="3482"/>
                </a:cubicBezTo>
                <a:cubicBezTo>
                  <a:pt x="14136" y="3495"/>
                  <a:pt x="14153" y="3501"/>
                  <a:pt x="14174" y="3501"/>
                </a:cubicBezTo>
                <a:cubicBezTo>
                  <a:pt x="14200" y="3501"/>
                  <a:pt x="14226" y="3492"/>
                  <a:pt x="14250" y="3472"/>
                </a:cubicBezTo>
                <a:cubicBezTo>
                  <a:pt x="14275" y="3453"/>
                  <a:pt x="14287" y="3436"/>
                  <a:pt x="14287" y="3422"/>
                </a:cubicBezTo>
                <a:cubicBezTo>
                  <a:pt x="14287" y="3415"/>
                  <a:pt x="14285" y="3411"/>
                  <a:pt x="14280" y="3411"/>
                </a:cubicBezTo>
                <a:cubicBezTo>
                  <a:pt x="14278" y="3411"/>
                  <a:pt x="14275" y="3414"/>
                  <a:pt x="14270" y="3418"/>
                </a:cubicBezTo>
                <a:cubicBezTo>
                  <a:pt x="14240" y="3451"/>
                  <a:pt x="14210" y="3467"/>
                  <a:pt x="14181" y="3467"/>
                </a:cubicBezTo>
                <a:cubicBezTo>
                  <a:pt x="14168" y="3467"/>
                  <a:pt x="14158" y="3464"/>
                  <a:pt x="14152" y="3457"/>
                </a:cubicBezTo>
                <a:cubicBezTo>
                  <a:pt x="14145" y="3450"/>
                  <a:pt x="14142" y="3441"/>
                  <a:pt x="14142" y="3430"/>
                </a:cubicBezTo>
                <a:cubicBezTo>
                  <a:pt x="14142" y="3424"/>
                  <a:pt x="14146" y="3419"/>
                  <a:pt x="14153" y="3416"/>
                </a:cubicBezTo>
                <a:cubicBezTo>
                  <a:pt x="14187" y="3397"/>
                  <a:pt x="14215" y="3378"/>
                  <a:pt x="14235" y="3359"/>
                </a:cubicBezTo>
                <a:cubicBezTo>
                  <a:pt x="14256" y="3340"/>
                  <a:pt x="14266" y="3320"/>
                  <a:pt x="14266" y="3299"/>
                </a:cubicBezTo>
                <a:cubicBezTo>
                  <a:pt x="14266" y="3289"/>
                  <a:pt x="14263" y="3281"/>
                  <a:pt x="14256" y="3275"/>
                </a:cubicBezTo>
                <a:cubicBezTo>
                  <a:pt x="14250" y="3268"/>
                  <a:pt x="14242" y="3264"/>
                  <a:pt x="14231" y="3264"/>
                </a:cubicBezTo>
                <a:close/>
                <a:moveTo>
                  <a:pt x="13557" y="3264"/>
                </a:moveTo>
                <a:cubicBezTo>
                  <a:pt x="13526" y="3264"/>
                  <a:pt x="13498" y="3282"/>
                  <a:pt x="13471" y="3317"/>
                </a:cubicBezTo>
                <a:cubicBezTo>
                  <a:pt x="13445" y="3352"/>
                  <a:pt x="13432" y="3389"/>
                  <a:pt x="13432" y="3428"/>
                </a:cubicBezTo>
                <a:cubicBezTo>
                  <a:pt x="13432" y="3451"/>
                  <a:pt x="13438" y="3469"/>
                  <a:pt x="13450" y="3482"/>
                </a:cubicBezTo>
                <a:cubicBezTo>
                  <a:pt x="13462" y="3495"/>
                  <a:pt x="13479" y="3501"/>
                  <a:pt x="13500" y="3501"/>
                </a:cubicBezTo>
                <a:cubicBezTo>
                  <a:pt x="13526" y="3501"/>
                  <a:pt x="13552" y="3492"/>
                  <a:pt x="13576" y="3472"/>
                </a:cubicBezTo>
                <a:cubicBezTo>
                  <a:pt x="13601" y="3453"/>
                  <a:pt x="13613" y="3436"/>
                  <a:pt x="13613" y="3422"/>
                </a:cubicBezTo>
                <a:cubicBezTo>
                  <a:pt x="13613" y="3415"/>
                  <a:pt x="13611" y="3411"/>
                  <a:pt x="13606" y="3411"/>
                </a:cubicBezTo>
                <a:cubicBezTo>
                  <a:pt x="13604" y="3411"/>
                  <a:pt x="13601" y="3414"/>
                  <a:pt x="13596" y="3418"/>
                </a:cubicBezTo>
                <a:cubicBezTo>
                  <a:pt x="13566" y="3451"/>
                  <a:pt x="13536" y="3467"/>
                  <a:pt x="13507" y="3467"/>
                </a:cubicBezTo>
                <a:cubicBezTo>
                  <a:pt x="13494" y="3467"/>
                  <a:pt x="13484" y="3464"/>
                  <a:pt x="13478" y="3457"/>
                </a:cubicBezTo>
                <a:cubicBezTo>
                  <a:pt x="13471" y="3450"/>
                  <a:pt x="13468" y="3441"/>
                  <a:pt x="13468" y="3430"/>
                </a:cubicBezTo>
                <a:cubicBezTo>
                  <a:pt x="13468" y="3424"/>
                  <a:pt x="13472" y="3419"/>
                  <a:pt x="13479" y="3416"/>
                </a:cubicBezTo>
                <a:cubicBezTo>
                  <a:pt x="13513" y="3397"/>
                  <a:pt x="13541" y="3378"/>
                  <a:pt x="13561" y="3359"/>
                </a:cubicBezTo>
                <a:cubicBezTo>
                  <a:pt x="13582" y="3340"/>
                  <a:pt x="13592" y="3320"/>
                  <a:pt x="13592" y="3299"/>
                </a:cubicBezTo>
                <a:cubicBezTo>
                  <a:pt x="13592" y="3289"/>
                  <a:pt x="13589" y="3281"/>
                  <a:pt x="13582" y="3275"/>
                </a:cubicBezTo>
                <a:cubicBezTo>
                  <a:pt x="13576" y="3268"/>
                  <a:pt x="13568" y="3264"/>
                  <a:pt x="13557" y="3264"/>
                </a:cubicBezTo>
                <a:close/>
                <a:moveTo>
                  <a:pt x="13183" y="3264"/>
                </a:moveTo>
                <a:cubicBezTo>
                  <a:pt x="13152" y="3264"/>
                  <a:pt x="13124" y="3282"/>
                  <a:pt x="13097" y="3317"/>
                </a:cubicBezTo>
                <a:cubicBezTo>
                  <a:pt x="13071" y="3352"/>
                  <a:pt x="13058" y="3389"/>
                  <a:pt x="13058" y="3428"/>
                </a:cubicBezTo>
                <a:cubicBezTo>
                  <a:pt x="13058" y="3451"/>
                  <a:pt x="13064" y="3469"/>
                  <a:pt x="13076" y="3482"/>
                </a:cubicBezTo>
                <a:cubicBezTo>
                  <a:pt x="13088" y="3495"/>
                  <a:pt x="13105" y="3501"/>
                  <a:pt x="13126" y="3501"/>
                </a:cubicBezTo>
                <a:cubicBezTo>
                  <a:pt x="13152" y="3501"/>
                  <a:pt x="13178" y="3492"/>
                  <a:pt x="13202" y="3472"/>
                </a:cubicBezTo>
                <a:cubicBezTo>
                  <a:pt x="13227" y="3453"/>
                  <a:pt x="13239" y="3436"/>
                  <a:pt x="13239" y="3422"/>
                </a:cubicBezTo>
                <a:cubicBezTo>
                  <a:pt x="13239" y="3415"/>
                  <a:pt x="13237" y="3411"/>
                  <a:pt x="13232" y="3411"/>
                </a:cubicBezTo>
                <a:cubicBezTo>
                  <a:pt x="13230" y="3411"/>
                  <a:pt x="13227" y="3414"/>
                  <a:pt x="13222" y="3418"/>
                </a:cubicBezTo>
                <a:cubicBezTo>
                  <a:pt x="13192" y="3451"/>
                  <a:pt x="13162" y="3467"/>
                  <a:pt x="13133" y="3467"/>
                </a:cubicBezTo>
                <a:cubicBezTo>
                  <a:pt x="13120" y="3467"/>
                  <a:pt x="13110" y="3464"/>
                  <a:pt x="13104" y="3457"/>
                </a:cubicBezTo>
                <a:cubicBezTo>
                  <a:pt x="13097" y="3450"/>
                  <a:pt x="13094" y="3441"/>
                  <a:pt x="13094" y="3430"/>
                </a:cubicBezTo>
                <a:cubicBezTo>
                  <a:pt x="13094" y="3424"/>
                  <a:pt x="13098" y="3419"/>
                  <a:pt x="13105" y="3416"/>
                </a:cubicBezTo>
                <a:cubicBezTo>
                  <a:pt x="13139" y="3397"/>
                  <a:pt x="13167" y="3378"/>
                  <a:pt x="13187" y="3359"/>
                </a:cubicBezTo>
                <a:cubicBezTo>
                  <a:pt x="13208" y="3340"/>
                  <a:pt x="13218" y="3320"/>
                  <a:pt x="13218" y="3299"/>
                </a:cubicBezTo>
                <a:cubicBezTo>
                  <a:pt x="13218" y="3289"/>
                  <a:pt x="13215" y="3281"/>
                  <a:pt x="13208" y="3275"/>
                </a:cubicBezTo>
                <a:cubicBezTo>
                  <a:pt x="13202" y="3268"/>
                  <a:pt x="13194" y="3264"/>
                  <a:pt x="13183" y="3264"/>
                </a:cubicBezTo>
                <a:close/>
                <a:moveTo>
                  <a:pt x="12185" y="3264"/>
                </a:moveTo>
                <a:cubicBezTo>
                  <a:pt x="12154" y="3264"/>
                  <a:pt x="12126" y="3282"/>
                  <a:pt x="12099" y="3317"/>
                </a:cubicBezTo>
                <a:cubicBezTo>
                  <a:pt x="12073" y="3352"/>
                  <a:pt x="12060" y="3389"/>
                  <a:pt x="12060" y="3428"/>
                </a:cubicBezTo>
                <a:cubicBezTo>
                  <a:pt x="12060" y="3451"/>
                  <a:pt x="12066" y="3469"/>
                  <a:pt x="12078" y="3482"/>
                </a:cubicBezTo>
                <a:cubicBezTo>
                  <a:pt x="12090" y="3495"/>
                  <a:pt x="12107" y="3501"/>
                  <a:pt x="12128" y="3501"/>
                </a:cubicBezTo>
                <a:cubicBezTo>
                  <a:pt x="12154" y="3501"/>
                  <a:pt x="12180" y="3492"/>
                  <a:pt x="12204" y="3472"/>
                </a:cubicBezTo>
                <a:cubicBezTo>
                  <a:pt x="12229" y="3453"/>
                  <a:pt x="12241" y="3436"/>
                  <a:pt x="12241" y="3422"/>
                </a:cubicBezTo>
                <a:cubicBezTo>
                  <a:pt x="12241" y="3415"/>
                  <a:pt x="12239" y="3411"/>
                  <a:pt x="12234" y="3411"/>
                </a:cubicBezTo>
                <a:cubicBezTo>
                  <a:pt x="12232" y="3411"/>
                  <a:pt x="12229" y="3414"/>
                  <a:pt x="12224" y="3418"/>
                </a:cubicBezTo>
                <a:cubicBezTo>
                  <a:pt x="12194" y="3451"/>
                  <a:pt x="12164" y="3467"/>
                  <a:pt x="12135" y="3467"/>
                </a:cubicBezTo>
                <a:cubicBezTo>
                  <a:pt x="12122" y="3467"/>
                  <a:pt x="12112" y="3464"/>
                  <a:pt x="12106" y="3457"/>
                </a:cubicBezTo>
                <a:cubicBezTo>
                  <a:pt x="12099" y="3450"/>
                  <a:pt x="12096" y="3441"/>
                  <a:pt x="12096" y="3430"/>
                </a:cubicBezTo>
                <a:cubicBezTo>
                  <a:pt x="12096" y="3424"/>
                  <a:pt x="12100" y="3419"/>
                  <a:pt x="12107" y="3416"/>
                </a:cubicBezTo>
                <a:cubicBezTo>
                  <a:pt x="12141" y="3397"/>
                  <a:pt x="12169" y="3378"/>
                  <a:pt x="12189" y="3359"/>
                </a:cubicBezTo>
                <a:cubicBezTo>
                  <a:pt x="12210" y="3340"/>
                  <a:pt x="12220" y="3320"/>
                  <a:pt x="12220" y="3299"/>
                </a:cubicBezTo>
                <a:cubicBezTo>
                  <a:pt x="12220" y="3289"/>
                  <a:pt x="12217" y="3281"/>
                  <a:pt x="12210" y="3275"/>
                </a:cubicBezTo>
                <a:cubicBezTo>
                  <a:pt x="12204" y="3268"/>
                  <a:pt x="12196" y="3264"/>
                  <a:pt x="12185" y="3264"/>
                </a:cubicBezTo>
                <a:close/>
                <a:moveTo>
                  <a:pt x="14041" y="3257"/>
                </a:moveTo>
                <a:cubicBezTo>
                  <a:pt x="14024" y="3257"/>
                  <a:pt x="14002" y="3266"/>
                  <a:pt x="13975" y="3284"/>
                </a:cubicBezTo>
                <a:cubicBezTo>
                  <a:pt x="13948" y="3302"/>
                  <a:pt x="13934" y="3325"/>
                  <a:pt x="13934" y="3352"/>
                </a:cubicBezTo>
                <a:cubicBezTo>
                  <a:pt x="13934" y="3363"/>
                  <a:pt x="13939" y="3372"/>
                  <a:pt x="13949" y="3381"/>
                </a:cubicBezTo>
                <a:cubicBezTo>
                  <a:pt x="13958" y="3389"/>
                  <a:pt x="13977" y="3401"/>
                  <a:pt x="14004" y="3415"/>
                </a:cubicBezTo>
                <a:cubicBezTo>
                  <a:pt x="14026" y="3426"/>
                  <a:pt x="14037" y="3436"/>
                  <a:pt x="14037" y="3445"/>
                </a:cubicBezTo>
                <a:cubicBezTo>
                  <a:pt x="14033" y="3453"/>
                  <a:pt x="14022" y="3459"/>
                  <a:pt x="14005" y="3464"/>
                </a:cubicBezTo>
                <a:cubicBezTo>
                  <a:pt x="13988" y="3469"/>
                  <a:pt x="13971" y="3471"/>
                  <a:pt x="13956" y="3471"/>
                </a:cubicBezTo>
                <a:cubicBezTo>
                  <a:pt x="13954" y="3471"/>
                  <a:pt x="13951" y="3471"/>
                  <a:pt x="13945" y="3469"/>
                </a:cubicBezTo>
                <a:cubicBezTo>
                  <a:pt x="13939" y="3468"/>
                  <a:pt x="13936" y="3467"/>
                  <a:pt x="13934" y="3467"/>
                </a:cubicBezTo>
                <a:cubicBezTo>
                  <a:pt x="13928" y="3467"/>
                  <a:pt x="13923" y="3469"/>
                  <a:pt x="13918" y="3471"/>
                </a:cubicBezTo>
                <a:cubicBezTo>
                  <a:pt x="13913" y="3474"/>
                  <a:pt x="13911" y="3477"/>
                  <a:pt x="13911" y="3483"/>
                </a:cubicBezTo>
                <a:cubicBezTo>
                  <a:pt x="13911" y="3498"/>
                  <a:pt x="13922" y="3505"/>
                  <a:pt x="13944" y="3505"/>
                </a:cubicBezTo>
                <a:cubicBezTo>
                  <a:pt x="13970" y="3505"/>
                  <a:pt x="13998" y="3500"/>
                  <a:pt x="14027" y="3488"/>
                </a:cubicBezTo>
                <a:cubicBezTo>
                  <a:pt x="14056" y="3476"/>
                  <a:pt x="14070" y="3459"/>
                  <a:pt x="14070" y="3438"/>
                </a:cubicBezTo>
                <a:cubicBezTo>
                  <a:pt x="14070" y="3427"/>
                  <a:pt x="14065" y="3417"/>
                  <a:pt x="14056" y="3409"/>
                </a:cubicBezTo>
                <a:cubicBezTo>
                  <a:pt x="14047" y="3400"/>
                  <a:pt x="14034" y="3392"/>
                  <a:pt x="14019" y="3385"/>
                </a:cubicBezTo>
                <a:cubicBezTo>
                  <a:pt x="14000" y="3376"/>
                  <a:pt x="13987" y="3368"/>
                  <a:pt x="13979" y="3362"/>
                </a:cubicBezTo>
                <a:cubicBezTo>
                  <a:pt x="13972" y="3356"/>
                  <a:pt x="13968" y="3349"/>
                  <a:pt x="13968" y="3341"/>
                </a:cubicBezTo>
                <a:cubicBezTo>
                  <a:pt x="13968" y="3328"/>
                  <a:pt x="13979" y="3317"/>
                  <a:pt x="14000" y="3307"/>
                </a:cubicBezTo>
                <a:cubicBezTo>
                  <a:pt x="14021" y="3297"/>
                  <a:pt x="14035" y="3291"/>
                  <a:pt x="14041" y="3291"/>
                </a:cubicBezTo>
                <a:cubicBezTo>
                  <a:pt x="14043" y="3291"/>
                  <a:pt x="14046" y="3293"/>
                  <a:pt x="14050" y="3295"/>
                </a:cubicBezTo>
                <a:cubicBezTo>
                  <a:pt x="14055" y="3297"/>
                  <a:pt x="14057" y="3298"/>
                  <a:pt x="14059" y="3298"/>
                </a:cubicBezTo>
                <a:cubicBezTo>
                  <a:pt x="14061" y="3298"/>
                  <a:pt x="14064" y="3297"/>
                  <a:pt x="14068" y="3294"/>
                </a:cubicBezTo>
                <a:cubicBezTo>
                  <a:pt x="14071" y="3291"/>
                  <a:pt x="14073" y="3287"/>
                  <a:pt x="14073" y="3283"/>
                </a:cubicBezTo>
                <a:cubicBezTo>
                  <a:pt x="14073" y="3274"/>
                  <a:pt x="14071" y="3267"/>
                  <a:pt x="14066" y="3263"/>
                </a:cubicBezTo>
                <a:cubicBezTo>
                  <a:pt x="14061" y="3259"/>
                  <a:pt x="14053" y="3257"/>
                  <a:pt x="14041" y="3257"/>
                </a:cubicBezTo>
                <a:close/>
                <a:moveTo>
                  <a:pt x="10317" y="3245"/>
                </a:moveTo>
                <a:cubicBezTo>
                  <a:pt x="10320" y="3252"/>
                  <a:pt x="10327" y="3271"/>
                  <a:pt x="10337" y="3302"/>
                </a:cubicBezTo>
                <a:cubicBezTo>
                  <a:pt x="10346" y="3331"/>
                  <a:pt x="10353" y="3351"/>
                  <a:pt x="10358" y="3362"/>
                </a:cubicBezTo>
                <a:cubicBezTo>
                  <a:pt x="10352" y="3363"/>
                  <a:pt x="10330" y="3367"/>
                  <a:pt x="10293" y="3374"/>
                </a:cubicBezTo>
                <a:cubicBezTo>
                  <a:pt x="10286" y="3376"/>
                  <a:pt x="10278" y="3377"/>
                  <a:pt x="10268" y="3378"/>
                </a:cubicBezTo>
                <a:cubicBezTo>
                  <a:pt x="10256" y="3380"/>
                  <a:pt x="10248" y="3381"/>
                  <a:pt x="10246" y="3383"/>
                </a:cubicBezTo>
                <a:lnTo>
                  <a:pt x="10283" y="3313"/>
                </a:lnTo>
                <a:cubicBezTo>
                  <a:pt x="10298" y="3284"/>
                  <a:pt x="10310" y="3261"/>
                  <a:pt x="10317" y="3245"/>
                </a:cubicBezTo>
                <a:close/>
                <a:moveTo>
                  <a:pt x="12889" y="3223"/>
                </a:moveTo>
                <a:cubicBezTo>
                  <a:pt x="12918" y="3223"/>
                  <a:pt x="12941" y="3231"/>
                  <a:pt x="12959" y="3246"/>
                </a:cubicBezTo>
                <a:cubicBezTo>
                  <a:pt x="12977" y="3261"/>
                  <a:pt x="12986" y="3282"/>
                  <a:pt x="12986" y="3307"/>
                </a:cubicBezTo>
                <a:cubicBezTo>
                  <a:pt x="12986" y="3338"/>
                  <a:pt x="12974" y="3365"/>
                  <a:pt x="12951" y="3389"/>
                </a:cubicBezTo>
                <a:cubicBezTo>
                  <a:pt x="12928" y="3413"/>
                  <a:pt x="12898" y="3431"/>
                  <a:pt x="12861" y="3442"/>
                </a:cubicBezTo>
                <a:cubicBezTo>
                  <a:pt x="12825" y="3454"/>
                  <a:pt x="12802" y="3459"/>
                  <a:pt x="12793" y="3459"/>
                </a:cubicBezTo>
                <a:cubicBezTo>
                  <a:pt x="12790" y="3459"/>
                  <a:pt x="12788" y="3459"/>
                  <a:pt x="12787" y="3458"/>
                </a:cubicBezTo>
                <a:cubicBezTo>
                  <a:pt x="12785" y="3454"/>
                  <a:pt x="12784" y="3447"/>
                  <a:pt x="12784" y="3438"/>
                </a:cubicBezTo>
                <a:cubicBezTo>
                  <a:pt x="12784" y="3397"/>
                  <a:pt x="12792" y="3328"/>
                  <a:pt x="12808" y="3229"/>
                </a:cubicBezTo>
                <a:cubicBezTo>
                  <a:pt x="12814" y="3229"/>
                  <a:pt x="12819" y="3229"/>
                  <a:pt x="12825" y="3228"/>
                </a:cubicBezTo>
                <a:cubicBezTo>
                  <a:pt x="12850" y="3225"/>
                  <a:pt x="12871" y="3223"/>
                  <a:pt x="12889" y="3223"/>
                </a:cubicBezTo>
                <a:close/>
                <a:moveTo>
                  <a:pt x="11953" y="3195"/>
                </a:moveTo>
                <a:cubicBezTo>
                  <a:pt x="11944" y="3195"/>
                  <a:pt x="11937" y="3203"/>
                  <a:pt x="11934" y="3217"/>
                </a:cubicBezTo>
                <a:cubicBezTo>
                  <a:pt x="11931" y="3231"/>
                  <a:pt x="11927" y="3246"/>
                  <a:pt x="11923" y="3261"/>
                </a:cubicBezTo>
                <a:cubicBezTo>
                  <a:pt x="11919" y="3275"/>
                  <a:pt x="11915" y="3284"/>
                  <a:pt x="11913" y="3287"/>
                </a:cubicBezTo>
                <a:cubicBezTo>
                  <a:pt x="11911" y="3289"/>
                  <a:pt x="11908" y="3290"/>
                  <a:pt x="11905" y="3290"/>
                </a:cubicBezTo>
                <a:lnTo>
                  <a:pt x="11863" y="3290"/>
                </a:lnTo>
                <a:cubicBezTo>
                  <a:pt x="11855" y="3290"/>
                  <a:pt x="11851" y="3294"/>
                  <a:pt x="11851" y="3302"/>
                </a:cubicBezTo>
                <a:cubicBezTo>
                  <a:pt x="11851" y="3316"/>
                  <a:pt x="11860" y="3322"/>
                  <a:pt x="11878" y="3322"/>
                </a:cubicBezTo>
                <a:lnTo>
                  <a:pt x="11899" y="3321"/>
                </a:lnTo>
                <a:cubicBezTo>
                  <a:pt x="11902" y="3321"/>
                  <a:pt x="11904" y="3322"/>
                  <a:pt x="11904" y="3324"/>
                </a:cubicBezTo>
                <a:cubicBezTo>
                  <a:pt x="11904" y="3330"/>
                  <a:pt x="11901" y="3348"/>
                  <a:pt x="11894" y="3377"/>
                </a:cubicBezTo>
                <a:cubicBezTo>
                  <a:pt x="11887" y="3407"/>
                  <a:pt x="11883" y="3429"/>
                  <a:pt x="11883" y="3443"/>
                </a:cubicBezTo>
                <a:cubicBezTo>
                  <a:pt x="11883" y="3483"/>
                  <a:pt x="11900" y="3502"/>
                  <a:pt x="11933" y="3502"/>
                </a:cubicBezTo>
                <a:cubicBezTo>
                  <a:pt x="11952" y="3502"/>
                  <a:pt x="11972" y="3495"/>
                  <a:pt x="11991" y="3479"/>
                </a:cubicBezTo>
                <a:cubicBezTo>
                  <a:pt x="12010" y="3463"/>
                  <a:pt x="12019" y="3451"/>
                  <a:pt x="12019" y="3441"/>
                </a:cubicBezTo>
                <a:cubicBezTo>
                  <a:pt x="12019" y="3435"/>
                  <a:pt x="12016" y="3431"/>
                  <a:pt x="12010" y="3431"/>
                </a:cubicBezTo>
                <a:cubicBezTo>
                  <a:pt x="12006" y="3431"/>
                  <a:pt x="12000" y="3435"/>
                  <a:pt x="11992" y="3442"/>
                </a:cubicBezTo>
                <a:cubicBezTo>
                  <a:pt x="11971" y="3460"/>
                  <a:pt x="11954" y="3468"/>
                  <a:pt x="11943" y="3468"/>
                </a:cubicBezTo>
                <a:cubicBezTo>
                  <a:pt x="11935" y="3468"/>
                  <a:pt x="11929" y="3466"/>
                  <a:pt x="11925" y="3461"/>
                </a:cubicBezTo>
                <a:cubicBezTo>
                  <a:pt x="11921" y="3456"/>
                  <a:pt x="11919" y="3446"/>
                  <a:pt x="11919" y="3431"/>
                </a:cubicBezTo>
                <a:cubicBezTo>
                  <a:pt x="11919" y="3422"/>
                  <a:pt x="11922" y="3401"/>
                  <a:pt x="11929" y="3370"/>
                </a:cubicBezTo>
                <a:cubicBezTo>
                  <a:pt x="11936" y="3339"/>
                  <a:pt x="11941" y="3323"/>
                  <a:pt x="11942" y="3321"/>
                </a:cubicBezTo>
                <a:cubicBezTo>
                  <a:pt x="11943" y="3320"/>
                  <a:pt x="11952" y="3318"/>
                  <a:pt x="11969" y="3316"/>
                </a:cubicBezTo>
                <a:cubicBezTo>
                  <a:pt x="11986" y="3313"/>
                  <a:pt x="12004" y="3312"/>
                  <a:pt x="12024" y="3310"/>
                </a:cubicBezTo>
                <a:cubicBezTo>
                  <a:pt x="12039" y="3310"/>
                  <a:pt x="12047" y="3304"/>
                  <a:pt x="12047" y="3292"/>
                </a:cubicBezTo>
                <a:cubicBezTo>
                  <a:pt x="12047" y="3288"/>
                  <a:pt x="12046" y="3284"/>
                  <a:pt x="12043" y="3282"/>
                </a:cubicBezTo>
                <a:cubicBezTo>
                  <a:pt x="12040" y="3280"/>
                  <a:pt x="12034" y="3279"/>
                  <a:pt x="12023" y="3279"/>
                </a:cubicBezTo>
                <a:cubicBezTo>
                  <a:pt x="12015" y="3279"/>
                  <a:pt x="12005" y="3280"/>
                  <a:pt x="11993" y="3282"/>
                </a:cubicBezTo>
                <a:cubicBezTo>
                  <a:pt x="11980" y="3283"/>
                  <a:pt x="11967" y="3284"/>
                  <a:pt x="11953" y="3285"/>
                </a:cubicBezTo>
                <a:lnTo>
                  <a:pt x="11965" y="3242"/>
                </a:lnTo>
                <a:cubicBezTo>
                  <a:pt x="11970" y="3225"/>
                  <a:pt x="11972" y="3215"/>
                  <a:pt x="11972" y="3213"/>
                </a:cubicBezTo>
                <a:cubicBezTo>
                  <a:pt x="11972" y="3210"/>
                  <a:pt x="11970" y="3206"/>
                  <a:pt x="11967" y="3202"/>
                </a:cubicBezTo>
                <a:cubicBezTo>
                  <a:pt x="11964" y="3198"/>
                  <a:pt x="11959" y="3195"/>
                  <a:pt x="11953" y="3195"/>
                </a:cubicBezTo>
                <a:close/>
                <a:moveTo>
                  <a:pt x="10840" y="3195"/>
                </a:moveTo>
                <a:cubicBezTo>
                  <a:pt x="10831" y="3195"/>
                  <a:pt x="10824" y="3203"/>
                  <a:pt x="10821" y="3217"/>
                </a:cubicBezTo>
                <a:cubicBezTo>
                  <a:pt x="10818" y="3231"/>
                  <a:pt x="10814" y="3246"/>
                  <a:pt x="10810" y="3261"/>
                </a:cubicBezTo>
                <a:cubicBezTo>
                  <a:pt x="10806" y="3275"/>
                  <a:pt x="10802" y="3284"/>
                  <a:pt x="10800" y="3287"/>
                </a:cubicBezTo>
                <a:cubicBezTo>
                  <a:pt x="10798" y="3289"/>
                  <a:pt x="10795" y="3290"/>
                  <a:pt x="10792" y="3290"/>
                </a:cubicBezTo>
                <a:lnTo>
                  <a:pt x="10750" y="3290"/>
                </a:lnTo>
                <a:cubicBezTo>
                  <a:pt x="10742" y="3290"/>
                  <a:pt x="10738" y="3294"/>
                  <a:pt x="10738" y="3302"/>
                </a:cubicBezTo>
                <a:cubicBezTo>
                  <a:pt x="10738" y="3316"/>
                  <a:pt x="10747" y="3322"/>
                  <a:pt x="10765" y="3322"/>
                </a:cubicBezTo>
                <a:lnTo>
                  <a:pt x="10786" y="3321"/>
                </a:lnTo>
                <a:cubicBezTo>
                  <a:pt x="10789" y="3321"/>
                  <a:pt x="10791" y="3322"/>
                  <a:pt x="10791" y="3324"/>
                </a:cubicBezTo>
                <a:cubicBezTo>
                  <a:pt x="10791" y="3330"/>
                  <a:pt x="10788" y="3348"/>
                  <a:pt x="10781" y="3377"/>
                </a:cubicBezTo>
                <a:cubicBezTo>
                  <a:pt x="10774" y="3407"/>
                  <a:pt x="10770" y="3429"/>
                  <a:pt x="10770" y="3443"/>
                </a:cubicBezTo>
                <a:cubicBezTo>
                  <a:pt x="10770" y="3483"/>
                  <a:pt x="10787" y="3502"/>
                  <a:pt x="10820" y="3502"/>
                </a:cubicBezTo>
                <a:cubicBezTo>
                  <a:pt x="10839" y="3502"/>
                  <a:pt x="10859" y="3495"/>
                  <a:pt x="10878" y="3479"/>
                </a:cubicBezTo>
                <a:cubicBezTo>
                  <a:pt x="10897" y="3463"/>
                  <a:pt x="10906" y="3451"/>
                  <a:pt x="10906" y="3441"/>
                </a:cubicBezTo>
                <a:cubicBezTo>
                  <a:pt x="10906" y="3435"/>
                  <a:pt x="10903" y="3431"/>
                  <a:pt x="10897" y="3431"/>
                </a:cubicBezTo>
                <a:cubicBezTo>
                  <a:pt x="10893" y="3431"/>
                  <a:pt x="10887" y="3435"/>
                  <a:pt x="10879" y="3442"/>
                </a:cubicBezTo>
                <a:cubicBezTo>
                  <a:pt x="10858" y="3460"/>
                  <a:pt x="10841" y="3468"/>
                  <a:pt x="10830" y="3468"/>
                </a:cubicBezTo>
                <a:cubicBezTo>
                  <a:pt x="10822" y="3468"/>
                  <a:pt x="10816" y="3466"/>
                  <a:pt x="10812" y="3461"/>
                </a:cubicBezTo>
                <a:cubicBezTo>
                  <a:pt x="10808" y="3456"/>
                  <a:pt x="10806" y="3446"/>
                  <a:pt x="10806" y="3431"/>
                </a:cubicBezTo>
                <a:cubicBezTo>
                  <a:pt x="10806" y="3422"/>
                  <a:pt x="10809" y="3401"/>
                  <a:pt x="10816" y="3370"/>
                </a:cubicBezTo>
                <a:cubicBezTo>
                  <a:pt x="10823" y="3339"/>
                  <a:pt x="10828" y="3323"/>
                  <a:pt x="10829" y="3321"/>
                </a:cubicBezTo>
                <a:cubicBezTo>
                  <a:pt x="10830" y="3320"/>
                  <a:pt x="10839" y="3318"/>
                  <a:pt x="10856" y="3316"/>
                </a:cubicBezTo>
                <a:cubicBezTo>
                  <a:pt x="10873" y="3313"/>
                  <a:pt x="10891" y="3312"/>
                  <a:pt x="10911" y="3310"/>
                </a:cubicBezTo>
                <a:cubicBezTo>
                  <a:pt x="10926" y="3310"/>
                  <a:pt x="10934" y="3304"/>
                  <a:pt x="10934" y="3292"/>
                </a:cubicBezTo>
                <a:cubicBezTo>
                  <a:pt x="10934" y="3288"/>
                  <a:pt x="10933" y="3284"/>
                  <a:pt x="10930" y="3282"/>
                </a:cubicBezTo>
                <a:cubicBezTo>
                  <a:pt x="10927" y="3280"/>
                  <a:pt x="10921" y="3279"/>
                  <a:pt x="10910" y="3279"/>
                </a:cubicBezTo>
                <a:cubicBezTo>
                  <a:pt x="10902" y="3279"/>
                  <a:pt x="10892" y="3280"/>
                  <a:pt x="10880" y="3282"/>
                </a:cubicBezTo>
                <a:cubicBezTo>
                  <a:pt x="10867" y="3283"/>
                  <a:pt x="10854" y="3284"/>
                  <a:pt x="10840" y="3285"/>
                </a:cubicBezTo>
                <a:lnTo>
                  <a:pt x="10852" y="3242"/>
                </a:lnTo>
                <a:cubicBezTo>
                  <a:pt x="10857" y="3225"/>
                  <a:pt x="10859" y="3215"/>
                  <a:pt x="10859" y="3213"/>
                </a:cubicBezTo>
                <a:cubicBezTo>
                  <a:pt x="10859" y="3210"/>
                  <a:pt x="10857" y="3206"/>
                  <a:pt x="10854" y="3202"/>
                </a:cubicBezTo>
                <a:cubicBezTo>
                  <a:pt x="10851" y="3198"/>
                  <a:pt x="10846" y="3195"/>
                  <a:pt x="10840" y="3195"/>
                </a:cubicBezTo>
                <a:close/>
                <a:moveTo>
                  <a:pt x="12897" y="3193"/>
                </a:moveTo>
                <a:cubicBezTo>
                  <a:pt x="12886" y="3193"/>
                  <a:pt x="12869" y="3194"/>
                  <a:pt x="12848" y="3196"/>
                </a:cubicBezTo>
                <a:cubicBezTo>
                  <a:pt x="12826" y="3198"/>
                  <a:pt x="12808" y="3198"/>
                  <a:pt x="12795" y="3198"/>
                </a:cubicBezTo>
                <a:lnTo>
                  <a:pt x="12766" y="3197"/>
                </a:lnTo>
                <a:cubicBezTo>
                  <a:pt x="12761" y="3197"/>
                  <a:pt x="12756" y="3200"/>
                  <a:pt x="12752" y="3205"/>
                </a:cubicBezTo>
                <a:cubicBezTo>
                  <a:pt x="12747" y="3209"/>
                  <a:pt x="12745" y="3214"/>
                  <a:pt x="12745" y="3219"/>
                </a:cubicBezTo>
                <a:cubicBezTo>
                  <a:pt x="12745" y="3226"/>
                  <a:pt x="12751" y="3230"/>
                  <a:pt x="12762" y="3233"/>
                </a:cubicBezTo>
                <a:cubicBezTo>
                  <a:pt x="12768" y="3234"/>
                  <a:pt x="12771" y="3238"/>
                  <a:pt x="12771" y="3243"/>
                </a:cubicBezTo>
                <a:cubicBezTo>
                  <a:pt x="12771" y="3248"/>
                  <a:pt x="12770" y="3257"/>
                  <a:pt x="12767" y="3271"/>
                </a:cubicBezTo>
                <a:cubicBezTo>
                  <a:pt x="12765" y="3286"/>
                  <a:pt x="12761" y="3311"/>
                  <a:pt x="12757" y="3348"/>
                </a:cubicBezTo>
                <a:cubicBezTo>
                  <a:pt x="12753" y="3384"/>
                  <a:pt x="12751" y="3410"/>
                  <a:pt x="12750" y="3426"/>
                </a:cubicBezTo>
                <a:cubicBezTo>
                  <a:pt x="12749" y="3443"/>
                  <a:pt x="12748" y="3454"/>
                  <a:pt x="12747" y="3460"/>
                </a:cubicBezTo>
                <a:cubicBezTo>
                  <a:pt x="12746" y="3467"/>
                  <a:pt x="12743" y="3473"/>
                  <a:pt x="12740" y="3479"/>
                </a:cubicBezTo>
                <a:cubicBezTo>
                  <a:pt x="12737" y="3485"/>
                  <a:pt x="12736" y="3488"/>
                  <a:pt x="12736" y="3490"/>
                </a:cubicBezTo>
                <a:cubicBezTo>
                  <a:pt x="12736" y="3493"/>
                  <a:pt x="12738" y="3498"/>
                  <a:pt x="12742" y="3503"/>
                </a:cubicBezTo>
                <a:cubicBezTo>
                  <a:pt x="12746" y="3509"/>
                  <a:pt x="12751" y="3511"/>
                  <a:pt x="12756" y="3511"/>
                </a:cubicBezTo>
                <a:cubicBezTo>
                  <a:pt x="12763" y="3511"/>
                  <a:pt x="12773" y="3508"/>
                  <a:pt x="12784" y="3500"/>
                </a:cubicBezTo>
                <a:cubicBezTo>
                  <a:pt x="12792" y="3494"/>
                  <a:pt x="12809" y="3488"/>
                  <a:pt x="12833" y="3483"/>
                </a:cubicBezTo>
                <a:cubicBezTo>
                  <a:pt x="12893" y="3468"/>
                  <a:pt x="12940" y="3445"/>
                  <a:pt x="12973" y="3414"/>
                </a:cubicBezTo>
                <a:cubicBezTo>
                  <a:pt x="13006" y="3382"/>
                  <a:pt x="13022" y="3348"/>
                  <a:pt x="13022" y="3309"/>
                </a:cubicBezTo>
                <a:cubicBezTo>
                  <a:pt x="13022" y="3275"/>
                  <a:pt x="13011" y="3247"/>
                  <a:pt x="12988" y="3225"/>
                </a:cubicBezTo>
                <a:cubicBezTo>
                  <a:pt x="12965" y="3204"/>
                  <a:pt x="12934" y="3193"/>
                  <a:pt x="12897" y="3193"/>
                </a:cubicBezTo>
                <a:close/>
                <a:moveTo>
                  <a:pt x="10325" y="3191"/>
                </a:moveTo>
                <a:cubicBezTo>
                  <a:pt x="10321" y="3191"/>
                  <a:pt x="10315" y="3197"/>
                  <a:pt x="10307" y="3207"/>
                </a:cubicBezTo>
                <a:cubicBezTo>
                  <a:pt x="10299" y="3217"/>
                  <a:pt x="10280" y="3250"/>
                  <a:pt x="10251" y="3305"/>
                </a:cubicBezTo>
                <a:cubicBezTo>
                  <a:pt x="10232" y="3341"/>
                  <a:pt x="10210" y="3378"/>
                  <a:pt x="10182" y="3418"/>
                </a:cubicBezTo>
                <a:cubicBezTo>
                  <a:pt x="10167" y="3441"/>
                  <a:pt x="10157" y="3456"/>
                  <a:pt x="10152" y="3463"/>
                </a:cubicBezTo>
                <a:cubicBezTo>
                  <a:pt x="10147" y="3471"/>
                  <a:pt x="10145" y="3476"/>
                  <a:pt x="10145" y="3481"/>
                </a:cubicBezTo>
                <a:cubicBezTo>
                  <a:pt x="10145" y="3485"/>
                  <a:pt x="10148" y="3490"/>
                  <a:pt x="10153" y="3494"/>
                </a:cubicBezTo>
                <a:cubicBezTo>
                  <a:pt x="10158" y="3498"/>
                  <a:pt x="10162" y="3500"/>
                  <a:pt x="10166" y="3500"/>
                </a:cubicBezTo>
                <a:cubicBezTo>
                  <a:pt x="10171" y="3500"/>
                  <a:pt x="10176" y="3498"/>
                  <a:pt x="10180" y="3492"/>
                </a:cubicBezTo>
                <a:cubicBezTo>
                  <a:pt x="10185" y="3486"/>
                  <a:pt x="10195" y="3469"/>
                  <a:pt x="10211" y="3439"/>
                </a:cubicBezTo>
                <a:cubicBezTo>
                  <a:pt x="10221" y="3422"/>
                  <a:pt x="10228" y="3413"/>
                  <a:pt x="10231" y="3413"/>
                </a:cubicBezTo>
                <a:cubicBezTo>
                  <a:pt x="10232" y="3413"/>
                  <a:pt x="10233" y="3413"/>
                  <a:pt x="10233" y="3413"/>
                </a:cubicBezTo>
                <a:cubicBezTo>
                  <a:pt x="10237" y="3417"/>
                  <a:pt x="10241" y="3419"/>
                  <a:pt x="10244" y="3419"/>
                </a:cubicBezTo>
                <a:cubicBezTo>
                  <a:pt x="10247" y="3419"/>
                  <a:pt x="10253" y="3417"/>
                  <a:pt x="10263" y="3414"/>
                </a:cubicBezTo>
                <a:cubicBezTo>
                  <a:pt x="10281" y="3409"/>
                  <a:pt x="10301" y="3404"/>
                  <a:pt x="10323" y="3400"/>
                </a:cubicBezTo>
                <a:cubicBezTo>
                  <a:pt x="10344" y="3396"/>
                  <a:pt x="10358" y="3394"/>
                  <a:pt x="10365" y="3394"/>
                </a:cubicBezTo>
                <a:cubicBezTo>
                  <a:pt x="10367" y="3394"/>
                  <a:pt x="10373" y="3405"/>
                  <a:pt x="10383" y="3427"/>
                </a:cubicBezTo>
                <a:cubicBezTo>
                  <a:pt x="10408" y="3482"/>
                  <a:pt x="10429" y="3509"/>
                  <a:pt x="10447" y="3509"/>
                </a:cubicBezTo>
                <a:cubicBezTo>
                  <a:pt x="10452" y="3509"/>
                  <a:pt x="10457" y="3507"/>
                  <a:pt x="10461" y="3503"/>
                </a:cubicBezTo>
                <a:cubicBezTo>
                  <a:pt x="10465" y="3499"/>
                  <a:pt x="10467" y="3494"/>
                  <a:pt x="10467" y="3488"/>
                </a:cubicBezTo>
                <a:cubicBezTo>
                  <a:pt x="10467" y="3485"/>
                  <a:pt x="10466" y="3482"/>
                  <a:pt x="10464" y="3479"/>
                </a:cubicBezTo>
                <a:cubicBezTo>
                  <a:pt x="10463" y="3477"/>
                  <a:pt x="10458" y="3472"/>
                  <a:pt x="10452" y="3465"/>
                </a:cubicBezTo>
                <a:cubicBezTo>
                  <a:pt x="10441" y="3455"/>
                  <a:pt x="10429" y="3436"/>
                  <a:pt x="10416" y="3410"/>
                </a:cubicBezTo>
                <a:cubicBezTo>
                  <a:pt x="10402" y="3384"/>
                  <a:pt x="10390" y="3352"/>
                  <a:pt x="10378" y="3316"/>
                </a:cubicBezTo>
                <a:cubicBezTo>
                  <a:pt x="10372" y="3300"/>
                  <a:pt x="10367" y="3285"/>
                  <a:pt x="10361" y="3271"/>
                </a:cubicBezTo>
                <a:cubicBezTo>
                  <a:pt x="10357" y="3260"/>
                  <a:pt x="10353" y="3247"/>
                  <a:pt x="10348" y="3231"/>
                </a:cubicBezTo>
                <a:lnTo>
                  <a:pt x="10345" y="3222"/>
                </a:lnTo>
                <a:cubicBezTo>
                  <a:pt x="10347" y="3219"/>
                  <a:pt x="10347" y="3215"/>
                  <a:pt x="10347" y="3209"/>
                </a:cubicBezTo>
                <a:cubicBezTo>
                  <a:pt x="10347" y="3203"/>
                  <a:pt x="10347" y="3200"/>
                  <a:pt x="10345" y="3199"/>
                </a:cubicBezTo>
                <a:cubicBezTo>
                  <a:pt x="10341" y="3194"/>
                  <a:pt x="10334" y="3191"/>
                  <a:pt x="10325" y="3191"/>
                </a:cubicBezTo>
                <a:close/>
                <a:moveTo>
                  <a:pt x="12499" y="3142"/>
                </a:moveTo>
                <a:cubicBezTo>
                  <a:pt x="12496" y="3142"/>
                  <a:pt x="12491" y="3144"/>
                  <a:pt x="12486" y="3147"/>
                </a:cubicBezTo>
                <a:cubicBezTo>
                  <a:pt x="12480" y="3150"/>
                  <a:pt x="12476" y="3156"/>
                  <a:pt x="12474" y="3166"/>
                </a:cubicBezTo>
                <a:lnTo>
                  <a:pt x="12446" y="3300"/>
                </a:lnTo>
                <a:cubicBezTo>
                  <a:pt x="12434" y="3288"/>
                  <a:pt x="12420" y="3281"/>
                  <a:pt x="12406" y="3281"/>
                </a:cubicBezTo>
                <a:cubicBezTo>
                  <a:pt x="12374" y="3281"/>
                  <a:pt x="12343" y="3300"/>
                  <a:pt x="12315" y="3336"/>
                </a:cubicBezTo>
                <a:cubicBezTo>
                  <a:pt x="12287" y="3372"/>
                  <a:pt x="12273" y="3408"/>
                  <a:pt x="12273" y="3442"/>
                </a:cubicBezTo>
                <a:cubicBezTo>
                  <a:pt x="12273" y="3459"/>
                  <a:pt x="12277" y="3473"/>
                  <a:pt x="12285" y="3483"/>
                </a:cubicBezTo>
                <a:cubicBezTo>
                  <a:pt x="12292" y="3493"/>
                  <a:pt x="12303" y="3498"/>
                  <a:pt x="12316" y="3498"/>
                </a:cubicBezTo>
                <a:cubicBezTo>
                  <a:pt x="12333" y="3498"/>
                  <a:pt x="12352" y="3491"/>
                  <a:pt x="12373" y="3475"/>
                </a:cubicBezTo>
                <a:cubicBezTo>
                  <a:pt x="12393" y="3459"/>
                  <a:pt x="12413" y="3436"/>
                  <a:pt x="12431" y="3406"/>
                </a:cubicBezTo>
                <a:cubicBezTo>
                  <a:pt x="12430" y="3414"/>
                  <a:pt x="12430" y="3421"/>
                  <a:pt x="12430" y="3428"/>
                </a:cubicBezTo>
                <a:cubicBezTo>
                  <a:pt x="12430" y="3471"/>
                  <a:pt x="12441" y="3492"/>
                  <a:pt x="12464" y="3492"/>
                </a:cubicBezTo>
                <a:cubicBezTo>
                  <a:pt x="12477" y="3492"/>
                  <a:pt x="12489" y="3488"/>
                  <a:pt x="12502" y="3479"/>
                </a:cubicBezTo>
                <a:cubicBezTo>
                  <a:pt x="12514" y="3470"/>
                  <a:pt x="12520" y="3463"/>
                  <a:pt x="12520" y="3456"/>
                </a:cubicBezTo>
                <a:cubicBezTo>
                  <a:pt x="12520" y="3450"/>
                  <a:pt x="12518" y="3447"/>
                  <a:pt x="12513" y="3447"/>
                </a:cubicBezTo>
                <a:cubicBezTo>
                  <a:pt x="12510" y="3447"/>
                  <a:pt x="12507" y="3449"/>
                  <a:pt x="12504" y="3451"/>
                </a:cubicBezTo>
                <a:cubicBezTo>
                  <a:pt x="12496" y="3456"/>
                  <a:pt x="12488" y="3458"/>
                  <a:pt x="12480" y="3458"/>
                </a:cubicBezTo>
                <a:cubicBezTo>
                  <a:pt x="12468" y="3458"/>
                  <a:pt x="12462" y="3445"/>
                  <a:pt x="12462" y="3418"/>
                </a:cubicBezTo>
                <a:cubicBezTo>
                  <a:pt x="12462" y="3391"/>
                  <a:pt x="12466" y="3356"/>
                  <a:pt x="12475" y="3312"/>
                </a:cubicBezTo>
                <a:cubicBezTo>
                  <a:pt x="12484" y="3268"/>
                  <a:pt x="12494" y="3232"/>
                  <a:pt x="12504" y="3201"/>
                </a:cubicBezTo>
                <a:cubicBezTo>
                  <a:pt x="12510" y="3182"/>
                  <a:pt x="12513" y="3171"/>
                  <a:pt x="12513" y="3168"/>
                </a:cubicBezTo>
                <a:cubicBezTo>
                  <a:pt x="12513" y="3151"/>
                  <a:pt x="12508" y="3142"/>
                  <a:pt x="12499" y="3142"/>
                </a:cubicBezTo>
                <a:close/>
                <a:moveTo>
                  <a:pt x="13400" y="3132"/>
                </a:moveTo>
                <a:cubicBezTo>
                  <a:pt x="13378" y="3132"/>
                  <a:pt x="13359" y="3142"/>
                  <a:pt x="13344" y="3161"/>
                </a:cubicBezTo>
                <a:cubicBezTo>
                  <a:pt x="13329" y="3179"/>
                  <a:pt x="13318" y="3210"/>
                  <a:pt x="13311" y="3253"/>
                </a:cubicBezTo>
                <a:cubicBezTo>
                  <a:pt x="13309" y="3264"/>
                  <a:pt x="13307" y="3273"/>
                  <a:pt x="13306" y="3280"/>
                </a:cubicBezTo>
                <a:cubicBezTo>
                  <a:pt x="13304" y="3286"/>
                  <a:pt x="13300" y="3292"/>
                  <a:pt x="13293" y="3298"/>
                </a:cubicBezTo>
                <a:cubicBezTo>
                  <a:pt x="13284" y="3305"/>
                  <a:pt x="13280" y="3311"/>
                  <a:pt x="13280" y="3317"/>
                </a:cubicBezTo>
                <a:cubicBezTo>
                  <a:pt x="13280" y="3321"/>
                  <a:pt x="13283" y="3324"/>
                  <a:pt x="13289" y="3328"/>
                </a:cubicBezTo>
                <a:cubicBezTo>
                  <a:pt x="13295" y="3332"/>
                  <a:pt x="13297" y="3335"/>
                  <a:pt x="13297" y="3338"/>
                </a:cubicBezTo>
                <a:cubicBezTo>
                  <a:pt x="13297" y="3352"/>
                  <a:pt x="13295" y="3373"/>
                  <a:pt x="13292" y="3401"/>
                </a:cubicBezTo>
                <a:cubicBezTo>
                  <a:pt x="13285" y="3447"/>
                  <a:pt x="13282" y="3474"/>
                  <a:pt x="13282" y="3484"/>
                </a:cubicBezTo>
                <a:cubicBezTo>
                  <a:pt x="13282" y="3504"/>
                  <a:pt x="13289" y="3514"/>
                  <a:pt x="13303" y="3514"/>
                </a:cubicBezTo>
                <a:cubicBezTo>
                  <a:pt x="13308" y="3514"/>
                  <a:pt x="13312" y="3513"/>
                  <a:pt x="13316" y="3511"/>
                </a:cubicBezTo>
                <a:cubicBezTo>
                  <a:pt x="13320" y="3509"/>
                  <a:pt x="13323" y="3506"/>
                  <a:pt x="13324" y="3502"/>
                </a:cubicBezTo>
                <a:cubicBezTo>
                  <a:pt x="13324" y="3501"/>
                  <a:pt x="13324" y="3498"/>
                  <a:pt x="13323" y="3492"/>
                </a:cubicBezTo>
                <a:cubicBezTo>
                  <a:pt x="13322" y="3487"/>
                  <a:pt x="13321" y="3478"/>
                  <a:pt x="13321" y="3466"/>
                </a:cubicBezTo>
                <a:cubicBezTo>
                  <a:pt x="13321" y="3426"/>
                  <a:pt x="13325" y="3380"/>
                  <a:pt x="13334" y="3329"/>
                </a:cubicBezTo>
                <a:cubicBezTo>
                  <a:pt x="13336" y="3328"/>
                  <a:pt x="13348" y="3326"/>
                  <a:pt x="13367" y="3324"/>
                </a:cubicBezTo>
                <a:cubicBezTo>
                  <a:pt x="13391" y="3321"/>
                  <a:pt x="13406" y="3319"/>
                  <a:pt x="13413" y="3316"/>
                </a:cubicBezTo>
                <a:cubicBezTo>
                  <a:pt x="13420" y="3313"/>
                  <a:pt x="13423" y="3309"/>
                  <a:pt x="13423" y="3303"/>
                </a:cubicBezTo>
                <a:cubicBezTo>
                  <a:pt x="13423" y="3297"/>
                  <a:pt x="13420" y="3295"/>
                  <a:pt x="13413" y="3295"/>
                </a:cubicBezTo>
                <a:cubicBezTo>
                  <a:pt x="13407" y="3295"/>
                  <a:pt x="13386" y="3295"/>
                  <a:pt x="13350" y="3295"/>
                </a:cubicBezTo>
                <a:cubicBezTo>
                  <a:pt x="13342" y="3295"/>
                  <a:pt x="13338" y="3292"/>
                  <a:pt x="13338" y="3286"/>
                </a:cubicBezTo>
                <a:cubicBezTo>
                  <a:pt x="13338" y="3266"/>
                  <a:pt x="13343" y="3241"/>
                  <a:pt x="13354" y="3210"/>
                </a:cubicBezTo>
                <a:cubicBezTo>
                  <a:pt x="13364" y="3178"/>
                  <a:pt x="13377" y="3162"/>
                  <a:pt x="13393" y="3162"/>
                </a:cubicBezTo>
                <a:cubicBezTo>
                  <a:pt x="13408" y="3162"/>
                  <a:pt x="13415" y="3176"/>
                  <a:pt x="13415" y="3202"/>
                </a:cubicBezTo>
                <a:lnTo>
                  <a:pt x="13414" y="3222"/>
                </a:lnTo>
                <a:cubicBezTo>
                  <a:pt x="13414" y="3226"/>
                  <a:pt x="13416" y="3228"/>
                  <a:pt x="13420" y="3228"/>
                </a:cubicBezTo>
                <a:cubicBezTo>
                  <a:pt x="13427" y="3228"/>
                  <a:pt x="13432" y="3222"/>
                  <a:pt x="13437" y="3210"/>
                </a:cubicBezTo>
                <a:cubicBezTo>
                  <a:pt x="13442" y="3197"/>
                  <a:pt x="13444" y="3186"/>
                  <a:pt x="13444" y="3176"/>
                </a:cubicBezTo>
                <a:cubicBezTo>
                  <a:pt x="13444" y="3163"/>
                  <a:pt x="13440" y="3153"/>
                  <a:pt x="13431" y="3145"/>
                </a:cubicBezTo>
                <a:cubicBezTo>
                  <a:pt x="13423" y="3137"/>
                  <a:pt x="13413" y="3132"/>
                  <a:pt x="13400" y="3132"/>
                </a:cubicBezTo>
                <a:close/>
                <a:moveTo>
                  <a:pt x="8368" y="2310"/>
                </a:moveTo>
                <a:lnTo>
                  <a:pt x="16318" y="2310"/>
                </a:lnTo>
                <a:lnTo>
                  <a:pt x="16318" y="8910"/>
                </a:lnTo>
                <a:lnTo>
                  <a:pt x="8368" y="8910"/>
                </a:lnTo>
                <a:lnTo>
                  <a:pt x="8368" y="2310"/>
                </a:lnTo>
                <a:close/>
                <a:moveTo>
                  <a:pt x="8946" y="663"/>
                </a:moveTo>
                <a:cubicBezTo>
                  <a:pt x="8939" y="663"/>
                  <a:pt x="8931" y="666"/>
                  <a:pt x="8923" y="671"/>
                </a:cubicBezTo>
                <a:cubicBezTo>
                  <a:pt x="8914" y="676"/>
                  <a:pt x="8908" y="681"/>
                  <a:pt x="8905" y="686"/>
                </a:cubicBezTo>
                <a:cubicBezTo>
                  <a:pt x="8902" y="691"/>
                  <a:pt x="8901" y="698"/>
                  <a:pt x="8901" y="708"/>
                </a:cubicBezTo>
                <a:cubicBezTo>
                  <a:pt x="8901" y="733"/>
                  <a:pt x="8904" y="749"/>
                  <a:pt x="8911" y="755"/>
                </a:cubicBezTo>
                <a:cubicBezTo>
                  <a:pt x="8918" y="761"/>
                  <a:pt x="8928" y="764"/>
                  <a:pt x="8943" y="764"/>
                </a:cubicBezTo>
                <a:cubicBezTo>
                  <a:pt x="8950" y="764"/>
                  <a:pt x="8961" y="758"/>
                  <a:pt x="8976" y="745"/>
                </a:cubicBezTo>
                <a:cubicBezTo>
                  <a:pt x="8991" y="732"/>
                  <a:pt x="8998" y="716"/>
                  <a:pt x="8998" y="697"/>
                </a:cubicBezTo>
                <a:cubicBezTo>
                  <a:pt x="8998" y="687"/>
                  <a:pt x="8993" y="678"/>
                  <a:pt x="8982" y="672"/>
                </a:cubicBezTo>
                <a:cubicBezTo>
                  <a:pt x="8972" y="666"/>
                  <a:pt x="8960" y="663"/>
                  <a:pt x="8946" y="663"/>
                </a:cubicBezTo>
                <a:close/>
                <a:moveTo>
                  <a:pt x="12935" y="489"/>
                </a:moveTo>
                <a:cubicBezTo>
                  <a:pt x="12952" y="489"/>
                  <a:pt x="12965" y="496"/>
                  <a:pt x="12974" y="510"/>
                </a:cubicBezTo>
                <a:cubicBezTo>
                  <a:pt x="12983" y="525"/>
                  <a:pt x="12988" y="543"/>
                  <a:pt x="12988" y="565"/>
                </a:cubicBezTo>
                <a:cubicBezTo>
                  <a:pt x="12988" y="604"/>
                  <a:pt x="12974" y="640"/>
                  <a:pt x="12945" y="672"/>
                </a:cubicBezTo>
                <a:cubicBezTo>
                  <a:pt x="12916" y="703"/>
                  <a:pt x="12888" y="719"/>
                  <a:pt x="12862" y="719"/>
                </a:cubicBezTo>
                <a:cubicBezTo>
                  <a:pt x="12851" y="719"/>
                  <a:pt x="12842" y="713"/>
                  <a:pt x="12836" y="702"/>
                </a:cubicBezTo>
                <a:cubicBezTo>
                  <a:pt x="12829" y="690"/>
                  <a:pt x="12826" y="675"/>
                  <a:pt x="12826" y="657"/>
                </a:cubicBezTo>
                <a:cubicBezTo>
                  <a:pt x="12826" y="628"/>
                  <a:pt x="12833" y="599"/>
                  <a:pt x="12848" y="569"/>
                </a:cubicBezTo>
                <a:cubicBezTo>
                  <a:pt x="12862" y="540"/>
                  <a:pt x="12877" y="519"/>
                  <a:pt x="12892" y="505"/>
                </a:cubicBezTo>
                <a:lnTo>
                  <a:pt x="12892" y="505"/>
                </a:lnTo>
                <a:cubicBezTo>
                  <a:pt x="12905" y="494"/>
                  <a:pt x="12919" y="489"/>
                  <a:pt x="12935" y="489"/>
                </a:cubicBezTo>
                <a:close/>
                <a:moveTo>
                  <a:pt x="11477" y="489"/>
                </a:moveTo>
                <a:cubicBezTo>
                  <a:pt x="11494" y="489"/>
                  <a:pt x="11507" y="496"/>
                  <a:pt x="11516" y="510"/>
                </a:cubicBezTo>
                <a:cubicBezTo>
                  <a:pt x="11525" y="525"/>
                  <a:pt x="11530" y="543"/>
                  <a:pt x="11530" y="565"/>
                </a:cubicBezTo>
                <a:cubicBezTo>
                  <a:pt x="11530" y="604"/>
                  <a:pt x="11516" y="640"/>
                  <a:pt x="11487" y="672"/>
                </a:cubicBezTo>
                <a:cubicBezTo>
                  <a:pt x="11458" y="703"/>
                  <a:pt x="11430" y="719"/>
                  <a:pt x="11404" y="719"/>
                </a:cubicBezTo>
                <a:cubicBezTo>
                  <a:pt x="11393" y="719"/>
                  <a:pt x="11384" y="713"/>
                  <a:pt x="11378" y="702"/>
                </a:cubicBezTo>
                <a:cubicBezTo>
                  <a:pt x="11371" y="690"/>
                  <a:pt x="11368" y="675"/>
                  <a:pt x="11368" y="657"/>
                </a:cubicBezTo>
                <a:cubicBezTo>
                  <a:pt x="11368" y="628"/>
                  <a:pt x="11375" y="599"/>
                  <a:pt x="11390" y="569"/>
                </a:cubicBezTo>
                <a:cubicBezTo>
                  <a:pt x="11404" y="540"/>
                  <a:pt x="11419" y="519"/>
                  <a:pt x="11434" y="505"/>
                </a:cubicBezTo>
                <a:lnTo>
                  <a:pt x="11434" y="505"/>
                </a:lnTo>
                <a:cubicBezTo>
                  <a:pt x="11447" y="494"/>
                  <a:pt x="11461" y="489"/>
                  <a:pt x="11477" y="489"/>
                </a:cubicBezTo>
                <a:close/>
                <a:moveTo>
                  <a:pt x="4204" y="489"/>
                </a:moveTo>
                <a:cubicBezTo>
                  <a:pt x="4221" y="489"/>
                  <a:pt x="4234" y="496"/>
                  <a:pt x="4243" y="510"/>
                </a:cubicBezTo>
                <a:cubicBezTo>
                  <a:pt x="4252" y="525"/>
                  <a:pt x="4257" y="543"/>
                  <a:pt x="4257" y="565"/>
                </a:cubicBezTo>
                <a:cubicBezTo>
                  <a:pt x="4257" y="604"/>
                  <a:pt x="4243" y="640"/>
                  <a:pt x="4214" y="672"/>
                </a:cubicBezTo>
                <a:cubicBezTo>
                  <a:pt x="4185" y="703"/>
                  <a:pt x="4157" y="719"/>
                  <a:pt x="4131" y="719"/>
                </a:cubicBezTo>
                <a:cubicBezTo>
                  <a:pt x="4120" y="719"/>
                  <a:pt x="4111" y="713"/>
                  <a:pt x="4105" y="702"/>
                </a:cubicBezTo>
                <a:cubicBezTo>
                  <a:pt x="4098" y="690"/>
                  <a:pt x="4095" y="675"/>
                  <a:pt x="4095" y="657"/>
                </a:cubicBezTo>
                <a:cubicBezTo>
                  <a:pt x="4095" y="628"/>
                  <a:pt x="4102" y="599"/>
                  <a:pt x="4117" y="569"/>
                </a:cubicBezTo>
                <a:cubicBezTo>
                  <a:pt x="4131" y="540"/>
                  <a:pt x="4146" y="519"/>
                  <a:pt x="4161" y="505"/>
                </a:cubicBezTo>
                <a:lnTo>
                  <a:pt x="4161" y="505"/>
                </a:lnTo>
                <a:cubicBezTo>
                  <a:pt x="4174" y="494"/>
                  <a:pt x="4188" y="489"/>
                  <a:pt x="4204" y="489"/>
                </a:cubicBezTo>
                <a:close/>
                <a:moveTo>
                  <a:pt x="8146" y="473"/>
                </a:moveTo>
                <a:cubicBezTo>
                  <a:pt x="8152" y="473"/>
                  <a:pt x="8157" y="475"/>
                  <a:pt x="8161" y="480"/>
                </a:cubicBezTo>
                <a:cubicBezTo>
                  <a:pt x="8165" y="485"/>
                  <a:pt x="8167" y="491"/>
                  <a:pt x="8167" y="498"/>
                </a:cubicBezTo>
                <a:cubicBezTo>
                  <a:pt x="8167" y="516"/>
                  <a:pt x="8154" y="537"/>
                  <a:pt x="8128" y="559"/>
                </a:cubicBezTo>
                <a:cubicBezTo>
                  <a:pt x="8102" y="581"/>
                  <a:pt x="8073" y="596"/>
                  <a:pt x="8039" y="603"/>
                </a:cubicBezTo>
                <a:cubicBezTo>
                  <a:pt x="8046" y="572"/>
                  <a:pt x="8061" y="542"/>
                  <a:pt x="8084" y="515"/>
                </a:cubicBezTo>
                <a:cubicBezTo>
                  <a:pt x="8106" y="487"/>
                  <a:pt x="8127" y="473"/>
                  <a:pt x="8146" y="473"/>
                </a:cubicBezTo>
                <a:close/>
                <a:moveTo>
                  <a:pt x="6921" y="473"/>
                </a:moveTo>
                <a:cubicBezTo>
                  <a:pt x="6927" y="473"/>
                  <a:pt x="6932" y="475"/>
                  <a:pt x="6936" y="480"/>
                </a:cubicBezTo>
                <a:cubicBezTo>
                  <a:pt x="6940" y="485"/>
                  <a:pt x="6942" y="491"/>
                  <a:pt x="6942" y="498"/>
                </a:cubicBezTo>
                <a:cubicBezTo>
                  <a:pt x="6942" y="516"/>
                  <a:pt x="6929" y="537"/>
                  <a:pt x="6903" y="559"/>
                </a:cubicBezTo>
                <a:cubicBezTo>
                  <a:pt x="6877" y="581"/>
                  <a:pt x="6848" y="596"/>
                  <a:pt x="6814" y="603"/>
                </a:cubicBezTo>
                <a:cubicBezTo>
                  <a:pt x="6821" y="572"/>
                  <a:pt x="6836" y="542"/>
                  <a:pt x="6859" y="515"/>
                </a:cubicBezTo>
                <a:cubicBezTo>
                  <a:pt x="6881" y="487"/>
                  <a:pt x="6902" y="473"/>
                  <a:pt x="6921" y="473"/>
                </a:cubicBezTo>
                <a:close/>
                <a:moveTo>
                  <a:pt x="4786" y="473"/>
                </a:moveTo>
                <a:cubicBezTo>
                  <a:pt x="4792" y="473"/>
                  <a:pt x="4797" y="475"/>
                  <a:pt x="4801" y="480"/>
                </a:cubicBezTo>
                <a:cubicBezTo>
                  <a:pt x="4805" y="485"/>
                  <a:pt x="4807" y="491"/>
                  <a:pt x="4807" y="498"/>
                </a:cubicBezTo>
                <a:cubicBezTo>
                  <a:pt x="4807" y="516"/>
                  <a:pt x="4794" y="537"/>
                  <a:pt x="4768" y="559"/>
                </a:cubicBezTo>
                <a:cubicBezTo>
                  <a:pt x="4742" y="581"/>
                  <a:pt x="4713" y="596"/>
                  <a:pt x="4679" y="603"/>
                </a:cubicBezTo>
                <a:cubicBezTo>
                  <a:pt x="4686" y="572"/>
                  <a:pt x="4701" y="542"/>
                  <a:pt x="4724" y="515"/>
                </a:cubicBezTo>
                <a:cubicBezTo>
                  <a:pt x="4746" y="487"/>
                  <a:pt x="4767" y="473"/>
                  <a:pt x="4786" y="473"/>
                </a:cubicBezTo>
                <a:close/>
                <a:moveTo>
                  <a:pt x="13180" y="441"/>
                </a:moveTo>
                <a:cubicBezTo>
                  <a:pt x="13170" y="441"/>
                  <a:pt x="13161" y="447"/>
                  <a:pt x="13152" y="458"/>
                </a:cubicBezTo>
                <a:cubicBezTo>
                  <a:pt x="13143" y="470"/>
                  <a:pt x="13139" y="480"/>
                  <a:pt x="13139" y="491"/>
                </a:cubicBezTo>
                <a:cubicBezTo>
                  <a:pt x="13139" y="557"/>
                  <a:pt x="13135" y="614"/>
                  <a:pt x="13127" y="660"/>
                </a:cubicBezTo>
                <a:cubicBezTo>
                  <a:pt x="13120" y="696"/>
                  <a:pt x="13117" y="719"/>
                  <a:pt x="13117" y="729"/>
                </a:cubicBezTo>
                <a:cubicBezTo>
                  <a:pt x="13117" y="759"/>
                  <a:pt x="13133" y="774"/>
                  <a:pt x="13166" y="774"/>
                </a:cubicBezTo>
                <a:cubicBezTo>
                  <a:pt x="13171" y="774"/>
                  <a:pt x="13176" y="771"/>
                  <a:pt x="13182" y="766"/>
                </a:cubicBezTo>
                <a:cubicBezTo>
                  <a:pt x="13187" y="761"/>
                  <a:pt x="13190" y="754"/>
                  <a:pt x="13192" y="746"/>
                </a:cubicBezTo>
                <a:cubicBezTo>
                  <a:pt x="13201" y="718"/>
                  <a:pt x="13225" y="676"/>
                  <a:pt x="13262" y="619"/>
                </a:cubicBezTo>
                <a:cubicBezTo>
                  <a:pt x="13300" y="562"/>
                  <a:pt x="13327" y="533"/>
                  <a:pt x="13343" y="533"/>
                </a:cubicBezTo>
                <a:cubicBezTo>
                  <a:pt x="13359" y="533"/>
                  <a:pt x="13369" y="560"/>
                  <a:pt x="13374" y="615"/>
                </a:cubicBezTo>
                <a:cubicBezTo>
                  <a:pt x="13379" y="668"/>
                  <a:pt x="13386" y="704"/>
                  <a:pt x="13397" y="724"/>
                </a:cubicBezTo>
                <a:lnTo>
                  <a:pt x="13396" y="724"/>
                </a:lnTo>
                <a:cubicBezTo>
                  <a:pt x="13407" y="745"/>
                  <a:pt x="13425" y="756"/>
                  <a:pt x="13450" y="756"/>
                </a:cubicBezTo>
                <a:cubicBezTo>
                  <a:pt x="13471" y="756"/>
                  <a:pt x="13489" y="750"/>
                  <a:pt x="13504" y="738"/>
                </a:cubicBezTo>
                <a:cubicBezTo>
                  <a:pt x="13518" y="725"/>
                  <a:pt x="13525" y="714"/>
                  <a:pt x="13525" y="703"/>
                </a:cubicBezTo>
                <a:cubicBezTo>
                  <a:pt x="13525" y="691"/>
                  <a:pt x="13520" y="685"/>
                  <a:pt x="13509" y="685"/>
                </a:cubicBezTo>
                <a:cubicBezTo>
                  <a:pt x="13505" y="685"/>
                  <a:pt x="13499" y="686"/>
                  <a:pt x="13491" y="689"/>
                </a:cubicBezTo>
                <a:cubicBezTo>
                  <a:pt x="13485" y="691"/>
                  <a:pt x="13479" y="692"/>
                  <a:pt x="13474" y="692"/>
                </a:cubicBezTo>
                <a:cubicBezTo>
                  <a:pt x="13463" y="692"/>
                  <a:pt x="13453" y="652"/>
                  <a:pt x="13444" y="572"/>
                </a:cubicBezTo>
                <a:cubicBezTo>
                  <a:pt x="13435" y="493"/>
                  <a:pt x="13406" y="454"/>
                  <a:pt x="13356" y="454"/>
                </a:cubicBezTo>
                <a:cubicBezTo>
                  <a:pt x="13299" y="454"/>
                  <a:pt x="13247" y="509"/>
                  <a:pt x="13201" y="618"/>
                </a:cubicBezTo>
                <a:cubicBezTo>
                  <a:pt x="13213" y="560"/>
                  <a:pt x="13219" y="520"/>
                  <a:pt x="13219" y="500"/>
                </a:cubicBezTo>
                <a:cubicBezTo>
                  <a:pt x="13219" y="473"/>
                  <a:pt x="13216" y="457"/>
                  <a:pt x="13209" y="450"/>
                </a:cubicBezTo>
                <a:cubicBezTo>
                  <a:pt x="13202" y="444"/>
                  <a:pt x="13193" y="441"/>
                  <a:pt x="13180" y="441"/>
                </a:cubicBezTo>
                <a:close/>
                <a:moveTo>
                  <a:pt x="8960" y="439"/>
                </a:moveTo>
                <a:cubicBezTo>
                  <a:pt x="8948" y="439"/>
                  <a:pt x="8939" y="441"/>
                  <a:pt x="8932" y="446"/>
                </a:cubicBezTo>
                <a:lnTo>
                  <a:pt x="8932" y="446"/>
                </a:lnTo>
                <a:cubicBezTo>
                  <a:pt x="8926" y="451"/>
                  <a:pt x="8921" y="458"/>
                  <a:pt x="8915" y="467"/>
                </a:cubicBezTo>
                <a:cubicBezTo>
                  <a:pt x="8910" y="476"/>
                  <a:pt x="8907" y="483"/>
                  <a:pt x="8907" y="487"/>
                </a:cubicBezTo>
                <a:cubicBezTo>
                  <a:pt x="8907" y="495"/>
                  <a:pt x="8911" y="505"/>
                  <a:pt x="8918" y="516"/>
                </a:cubicBezTo>
                <a:lnTo>
                  <a:pt x="8918" y="516"/>
                </a:lnTo>
                <a:cubicBezTo>
                  <a:pt x="8925" y="529"/>
                  <a:pt x="8934" y="536"/>
                  <a:pt x="8944" y="536"/>
                </a:cubicBezTo>
                <a:cubicBezTo>
                  <a:pt x="8961" y="536"/>
                  <a:pt x="8976" y="531"/>
                  <a:pt x="8988" y="520"/>
                </a:cubicBezTo>
                <a:cubicBezTo>
                  <a:pt x="9000" y="510"/>
                  <a:pt x="9006" y="499"/>
                  <a:pt x="9006" y="487"/>
                </a:cubicBezTo>
                <a:lnTo>
                  <a:pt x="9006" y="484"/>
                </a:lnTo>
                <a:cubicBezTo>
                  <a:pt x="9006" y="476"/>
                  <a:pt x="9005" y="470"/>
                  <a:pt x="9003" y="467"/>
                </a:cubicBezTo>
                <a:cubicBezTo>
                  <a:pt x="9001" y="464"/>
                  <a:pt x="8995" y="458"/>
                  <a:pt x="8985" y="450"/>
                </a:cubicBezTo>
                <a:cubicBezTo>
                  <a:pt x="8984" y="450"/>
                  <a:pt x="8983" y="449"/>
                  <a:pt x="8981" y="448"/>
                </a:cubicBezTo>
                <a:cubicBezTo>
                  <a:pt x="8971" y="442"/>
                  <a:pt x="8964" y="439"/>
                  <a:pt x="8960" y="439"/>
                </a:cubicBezTo>
                <a:close/>
                <a:moveTo>
                  <a:pt x="12638" y="434"/>
                </a:moveTo>
                <a:cubicBezTo>
                  <a:pt x="12626" y="434"/>
                  <a:pt x="12616" y="439"/>
                  <a:pt x="12609" y="450"/>
                </a:cubicBezTo>
                <a:cubicBezTo>
                  <a:pt x="12602" y="461"/>
                  <a:pt x="12599" y="474"/>
                  <a:pt x="12599" y="490"/>
                </a:cubicBezTo>
                <a:cubicBezTo>
                  <a:pt x="12599" y="496"/>
                  <a:pt x="12596" y="518"/>
                  <a:pt x="12589" y="557"/>
                </a:cubicBezTo>
                <a:lnTo>
                  <a:pt x="12589" y="557"/>
                </a:lnTo>
                <a:cubicBezTo>
                  <a:pt x="12587" y="567"/>
                  <a:pt x="12585" y="578"/>
                  <a:pt x="12583" y="590"/>
                </a:cubicBezTo>
                <a:cubicBezTo>
                  <a:pt x="12572" y="642"/>
                  <a:pt x="12567" y="687"/>
                  <a:pt x="12567" y="723"/>
                </a:cubicBezTo>
                <a:cubicBezTo>
                  <a:pt x="12567" y="766"/>
                  <a:pt x="12581" y="788"/>
                  <a:pt x="12610" y="788"/>
                </a:cubicBezTo>
                <a:cubicBezTo>
                  <a:pt x="12620" y="788"/>
                  <a:pt x="12630" y="784"/>
                  <a:pt x="12640" y="775"/>
                </a:cubicBezTo>
                <a:cubicBezTo>
                  <a:pt x="12649" y="767"/>
                  <a:pt x="12654" y="760"/>
                  <a:pt x="12654" y="755"/>
                </a:cubicBezTo>
                <a:cubicBezTo>
                  <a:pt x="12654" y="753"/>
                  <a:pt x="12653" y="750"/>
                  <a:pt x="12653" y="746"/>
                </a:cubicBezTo>
                <a:cubicBezTo>
                  <a:pt x="12648" y="724"/>
                  <a:pt x="12646" y="706"/>
                  <a:pt x="12646" y="693"/>
                </a:cubicBezTo>
                <a:cubicBezTo>
                  <a:pt x="12646" y="677"/>
                  <a:pt x="12647" y="656"/>
                  <a:pt x="12649" y="630"/>
                </a:cubicBezTo>
                <a:cubicBezTo>
                  <a:pt x="12652" y="603"/>
                  <a:pt x="12659" y="569"/>
                  <a:pt x="12670" y="528"/>
                </a:cubicBezTo>
                <a:lnTo>
                  <a:pt x="12672" y="521"/>
                </a:lnTo>
                <a:cubicBezTo>
                  <a:pt x="12680" y="494"/>
                  <a:pt x="12684" y="476"/>
                  <a:pt x="12684" y="468"/>
                </a:cubicBezTo>
                <a:cubicBezTo>
                  <a:pt x="12684" y="459"/>
                  <a:pt x="12680" y="451"/>
                  <a:pt x="12672" y="444"/>
                </a:cubicBezTo>
                <a:cubicBezTo>
                  <a:pt x="12664" y="437"/>
                  <a:pt x="12653" y="434"/>
                  <a:pt x="12638" y="434"/>
                </a:cubicBezTo>
                <a:close/>
                <a:moveTo>
                  <a:pt x="7850" y="434"/>
                </a:moveTo>
                <a:cubicBezTo>
                  <a:pt x="7838" y="434"/>
                  <a:pt x="7828" y="439"/>
                  <a:pt x="7821" y="450"/>
                </a:cubicBezTo>
                <a:cubicBezTo>
                  <a:pt x="7814" y="461"/>
                  <a:pt x="7811" y="474"/>
                  <a:pt x="7811" y="490"/>
                </a:cubicBezTo>
                <a:cubicBezTo>
                  <a:pt x="7811" y="496"/>
                  <a:pt x="7808" y="518"/>
                  <a:pt x="7801" y="557"/>
                </a:cubicBezTo>
                <a:lnTo>
                  <a:pt x="7801" y="557"/>
                </a:lnTo>
                <a:cubicBezTo>
                  <a:pt x="7799" y="567"/>
                  <a:pt x="7797" y="578"/>
                  <a:pt x="7795" y="590"/>
                </a:cubicBezTo>
                <a:cubicBezTo>
                  <a:pt x="7784" y="642"/>
                  <a:pt x="7779" y="687"/>
                  <a:pt x="7779" y="723"/>
                </a:cubicBezTo>
                <a:cubicBezTo>
                  <a:pt x="7779" y="766"/>
                  <a:pt x="7793" y="788"/>
                  <a:pt x="7822" y="788"/>
                </a:cubicBezTo>
                <a:cubicBezTo>
                  <a:pt x="7832" y="788"/>
                  <a:pt x="7842" y="784"/>
                  <a:pt x="7852" y="775"/>
                </a:cubicBezTo>
                <a:cubicBezTo>
                  <a:pt x="7861" y="767"/>
                  <a:pt x="7866" y="760"/>
                  <a:pt x="7866" y="755"/>
                </a:cubicBezTo>
                <a:cubicBezTo>
                  <a:pt x="7866" y="753"/>
                  <a:pt x="7865" y="750"/>
                  <a:pt x="7865" y="746"/>
                </a:cubicBezTo>
                <a:cubicBezTo>
                  <a:pt x="7860" y="724"/>
                  <a:pt x="7858" y="706"/>
                  <a:pt x="7858" y="693"/>
                </a:cubicBezTo>
                <a:cubicBezTo>
                  <a:pt x="7858" y="677"/>
                  <a:pt x="7859" y="656"/>
                  <a:pt x="7861" y="630"/>
                </a:cubicBezTo>
                <a:cubicBezTo>
                  <a:pt x="7864" y="603"/>
                  <a:pt x="7871" y="569"/>
                  <a:pt x="7882" y="528"/>
                </a:cubicBezTo>
                <a:lnTo>
                  <a:pt x="7884" y="521"/>
                </a:lnTo>
                <a:cubicBezTo>
                  <a:pt x="7892" y="494"/>
                  <a:pt x="7896" y="476"/>
                  <a:pt x="7896" y="468"/>
                </a:cubicBezTo>
                <a:cubicBezTo>
                  <a:pt x="7896" y="459"/>
                  <a:pt x="7892" y="451"/>
                  <a:pt x="7884" y="444"/>
                </a:cubicBezTo>
                <a:cubicBezTo>
                  <a:pt x="7876" y="437"/>
                  <a:pt x="7865" y="434"/>
                  <a:pt x="7850" y="434"/>
                </a:cubicBezTo>
                <a:close/>
                <a:moveTo>
                  <a:pt x="11930" y="430"/>
                </a:moveTo>
                <a:cubicBezTo>
                  <a:pt x="11912" y="430"/>
                  <a:pt x="11899" y="439"/>
                  <a:pt x="11890" y="457"/>
                </a:cubicBezTo>
                <a:cubicBezTo>
                  <a:pt x="11890" y="479"/>
                  <a:pt x="11884" y="512"/>
                  <a:pt x="11873" y="554"/>
                </a:cubicBezTo>
                <a:cubicBezTo>
                  <a:pt x="11860" y="606"/>
                  <a:pt x="11854" y="644"/>
                  <a:pt x="11854" y="670"/>
                </a:cubicBezTo>
                <a:cubicBezTo>
                  <a:pt x="11854" y="706"/>
                  <a:pt x="11862" y="733"/>
                  <a:pt x="11879" y="750"/>
                </a:cubicBezTo>
                <a:cubicBezTo>
                  <a:pt x="11896" y="767"/>
                  <a:pt x="11913" y="776"/>
                  <a:pt x="11929" y="776"/>
                </a:cubicBezTo>
                <a:cubicBezTo>
                  <a:pt x="11957" y="776"/>
                  <a:pt x="11984" y="765"/>
                  <a:pt x="12012" y="743"/>
                </a:cubicBezTo>
                <a:cubicBezTo>
                  <a:pt x="12039" y="721"/>
                  <a:pt x="12062" y="691"/>
                  <a:pt x="12083" y="653"/>
                </a:cubicBezTo>
                <a:cubicBezTo>
                  <a:pt x="12083" y="694"/>
                  <a:pt x="12088" y="726"/>
                  <a:pt x="12097" y="750"/>
                </a:cubicBezTo>
                <a:cubicBezTo>
                  <a:pt x="12106" y="774"/>
                  <a:pt x="12119" y="786"/>
                  <a:pt x="12136" y="786"/>
                </a:cubicBezTo>
                <a:cubicBezTo>
                  <a:pt x="12146" y="786"/>
                  <a:pt x="12156" y="783"/>
                  <a:pt x="12167" y="776"/>
                </a:cubicBezTo>
                <a:cubicBezTo>
                  <a:pt x="12178" y="769"/>
                  <a:pt x="12184" y="762"/>
                  <a:pt x="12184" y="754"/>
                </a:cubicBezTo>
                <a:cubicBezTo>
                  <a:pt x="12184" y="748"/>
                  <a:pt x="12181" y="744"/>
                  <a:pt x="12174" y="740"/>
                </a:cubicBezTo>
                <a:cubicBezTo>
                  <a:pt x="12155" y="729"/>
                  <a:pt x="12146" y="696"/>
                  <a:pt x="12146" y="640"/>
                </a:cubicBezTo>
                <a:cubicBezTo>
                  <a:pt x="12146" y="592"/>
                  <a:pt x="12152" y="549"/>
                  <a:pt x="12165" y="511"/>
                </a:cubicBezTo>
                <a:cubicBezTo>
                  <a:pt x="12168" y="500"/>
                  <a:pt x="12170" y="493"/>
                  <a:pt x="12170" y="489"/>
                </a:cubicBezTo>
                <a:cubicBezTo>
                  <a:pt x="12170" y="464"/>
                  <a:pt x="12159" y="452"/>
                  <a:pt x="12136" y="452"/>
                </a:cubicBezTo>
                <a:cubicBezTo>
                  <a:pt x="12123" y="452"/>
                  <a:pt x="12112" y="458"/>
                  <a:pt x="12105" y="469"/>
                </a:cubicBezTo>
                <a:cubicBezTo>
                  <a:pt x="12097" y="480"/>
                  <a:pt x="12088" y="504"/>
                  <a:pt x="12079" y="541"/>
                </a:cubicBezTo>
                <a:cubicBezTo>
                  <a:pt x="12069" y="579"/>
                  <a:pt x="12049" y="615"/>
                  <a:pt x="12017" y="651"/>
                </a:cubicBezTo>
                <a:cubicBezTo>
                  <a:pt x="11985" y="687"/>
                  <a:pt x="11960" y="705"/>
                  <a:pt x="11942" y="705"/>
                </a:cubicBezTo>
                <a:cubicBezTo>
                  <a:pt x="11930" y="705"/>
                  <a:pt x="11924" y="691"/>
                  <a:pt x="11924" y="662"/>
                </a:cubicBezTo>
                <a:cubicBezTo>
                  <a:pt x="11924" y="654"/>
                  <a:pt x="11928" y="634"/>
                  <a:pt x="11935" y="603"/>
                </a:cubicBezTo>
                <a:cubicBezTo>
                  <a:pt x="11942" y="573"/>
                  <a:pt x="11949" y="549"/>
                  <a:pt x="11955" y="532"/>
                </a:cubicBezTo>
                <a:cubicBezTo>
                  <a:pt x="11966" y="504"/>
                  <a:pt x="11971" y="483"/>
                  <a:pt x="11971" y="467"/>
                </a:cubicBezTo>
                <a:cubicBezTo>
                  <a:pt x="11971" y="459"/>
                  <a:pt x="11967" y="451"/>
                  <a:pt x="11960" y="442"/>
                </a:cubicBezTo>
                <a:cubicBezTo>
                  <a:pt x="11953" y="434"/>
                  <a:pt x="11943" y="430"/>
                  <a:pt x="11930" y="430"/>
                </a:cubicBezTo>
                <a:close/>
                <a:moveTo>
                  <a:pt x="9950" y="430"/>
                </a:moveTo>
                <a:cubicBezTo>
                  <a:pt x="9932" y="430"/>
                  <a:pt x="9919" y="439"/>
                  <a:pt x="9910" y="457"/>
                </a:cubicBezTo>
                <a:cubicBezTo>
                  <a:pt x="9910" y="479"/>
                  <a:pt x="9904" y="512"/>
                  <a:pt x="9893" y="554"/>
                </a:cubicBezTo>
                <a:cubicBezTo>
                  <a:pt x="9880" y="606"/>
                  <a:pt x="9874" y="644"/>
                  <a:pt x="9874" y="670"/>
                </a:cubicBezTo>
                <a:cubicBezTo>
                  <a:pt x="9874" y="706"/>
                  <a:pt x="9882" y="733"/>
                  <a:pt x="9899" y="750"/>
                </a:cubicBezTo>
                <a:cubicBezTo>
                  <a:pt x="9916" y="767"/>
                  <a:pt x="9933" y="776"/>
                  <a:pt x="9949" y="776"/>
                </a:cubicBezTo>
                <a:cubicBezTo>
                  <a:pt x="9977" y="776"/>
                  <a:pt x="10004" y="765"/>
                  <a:pt x="10032" y="743"/>
                </a:cubicBezTo>
                <a:cubicBezTo>
                  <a:pt x="10059" y="721"/>
                  <a:pt x="10082" y="691"/>
                  <a:pt x="10103" y="653"/>
                </a:cubicBezTo>
                <a:cubicBezTo>
                  <a:pt x="10103" y="694"/>
                  <a:pt x="10108" y="726"/>
                  <a:pt x="10117" y="750"/>
                </a:cubicBezTo>
                <a:cubicBezTo>
                  <a:pt x="10126" y="774"/>
                  <a:pt x="10139" y="786"/>
                  <a:pt x="10156" y="786"/>
                </a:cubicBezTo>
                <a:cubicBezTo>
                  <a:pt x="10166" y="786"/>
                  <a:pt x="10176" y="783"/>
                  <a:pt x="10187" y="776"/>
                </a:cubicBezTo>
                <a:cubicBezTo>
                  <a:pt x="10198" y="769"/>
                  <a:pt x="10204" y="762"/>
                  <a:pt x="10204" y="754"/>
                </a:cubicBezTo>
                <a:cubicBezTo>
                  <a:pt x="10204" y="748"/>
                  <a:pt x="10201" y="744"/>
                  <a:pt x="10194" y="740"/>
                </a:cubicBezTo>
                <a:cubicBezTo>
                  <a:pt x="10175" y="729"/>
                  <a:pt x="10166" y="696"/>
                  <a:pt x="10166" y="640"/>
                </a:cubicBezTo>
                <a:cubicBezTo>
                  <a:pt x="10166" y="592"/>
                  <a:pt x="10172" y="549"/>
                  <a:pt x="10185" y="511"/>
                </a:cubicBezTo>
                <a:cubicBezTo>
                  <a:pt x="10188" y="500"/>
                  <a:pt x="10190" y="493"/>
                  <a:pt x="10190" y="489"/>
                </a:cubicBezTo>
                <a:cubicBezTo>
                  <a:pt x="10190" y="464"/>
                  <a:pt x="10179" y="452"/>
                  <a:pt x="10156" y="452"/>
                </a:cubicBezTo>
                <a:cubicBezTo>
                  <a:pt x="10143" y="452"/>
                  <a:pt x="10132" y="458"/>
                  <a:pt x="10125" y="469"/>
                </a:cubicBezTo>
                <a:cubicBezTo>
                  <a:pt x="10117" y="480"/>
                  <a:pt x="10108" y="504"/>
                  <a:pt x="10099" y="541"/>
                </a:cubicBezTo>
                <a:cubicBezTo>
                  <a:pt x="10089" y="579"/>
                  <a:pt x="10069" y="615"/>
                  <a:pt x="10037" y="651"/>
                </a:cubicBezTo>
                <a:cubicBezTo>
                  <a:pt x="10005" y="687"/>
                  <a:pt x="9980" y="705"/>
                  <a:pt x="9962" y="705"/>
                </a:cubicBezTo>
                <a:cubicBezTo>
                  <a:pt x="9950" y="705"/>
                  <a:pt x="9944" y="691"/>
                  <a:pt x="9944" y="662"/>
                </a:cubicBezTo>
                <a:cubicBezTo>
                  <a:pt x="9944" y="654"/>
                  <a:pt x="9948" y="634"/>
                  <a:pt x="9955" y="603"/>
                </a:cubicBezTo>
                <a:cubicBezTo>
                  <a:pt x="9962" y="573"/>
                  <a:pt x="9969" y="549"/>
                  <a:pt x="9975" y="532"/>
                </a:cubicBezTo>
                <a:cubicBezTo>
                  <a:pt x="9986" y="504"/>
                  <a:pt x="9991" y="483"/>
                  <a:pt x="9991" y="467"/>
                </a:cubicBezTo>
                <a:cubicBezTo>
                  <a:pt x="9991" y="459"/>
                  <a:pt x="9987" y="451"/>
                  <a:pt x="9980" y="442"/>
                </a:cubicBezTo>
                <a:cubicBezTo>
                  <a:pt x="9973" y="434"/>
                  <a:pt x="9963" y="430"/>
                  <a:pt x="9950" y="430"/>
                </a:cubicBezTo>
                <a:close/>
                <a:moveTo>
                  <a:pt x="10535" y="425"/>
                </a:moveTo>
                <a:cubicBezTo>
                  <a:pt x="10507" y="425"/>
                  <a:pt x="10477" y="441"/>
                  <a:pt x="10447" y="474"/>
                </a:cubicBezTo>
                <a:cubicBezTo>
                  <a:pt x="10417" y="506"/>
                  <a:pt x="10389" y="549"/>
                  <a:pt x="10363" y="601"/>
                </a:cubicBezTo>
                <a:lnTo>
                  <a:pt x="10358" y="611"/>
                </a:lnTo>
                <a:lnTo>
                  <a:pt x="10366" y="562"/>
                </a:lnTo>
                <a:cubicBezTo>
                  <a:pt x="10368" y="546"/>
                  <a:pt x="10371" y="533"/>
                  <a:pt x="10375" y="522"/>
                </a:cubicBezTo>
                <a:cubicBezTo>
                  <a:pt x="10384" y="491"/>
                  <a:pt x="10389" y="470"/>
                  <a:pt x="10389" y="460"/>
                </a:cubicBezTo>
                <a:cubicBezTo>
                  <a:pt x="10389" y="452"/>
                  <a:pt x="10386" y="445"/>
                  <a:pt x="10380" y="438"/>
                </a:cubicBezTo>
                <a:cubicBezTo>
                  <a:pt x="10374" y="431"/>
                  <a:pt x="10365" y="428"/>
                  <a:pt x="10354" y="428"/>
                </a:cubicBezTo>
                <a:cubicBezTo>
                  <a:pt x="10343" y="428"/>
                  <a:pt x="10333" y="431"/>
                  <a:pt x="10324" y="438"/>
                </a:cubicBezTo>
                <a:cubicBezTo>
                  <a:pt x="10315" y="445"/>
                  <a:pt x="10309" y="453"/>
                  <a:pt x="10307" y="460"/>
                </a:cubicBezTo>
                <a:cubicBezTo>
                  <a:pt x="10304" y="468"/>
                  <a:pt x="10302" y="483"/>
                  <a:pt x="10300" y="504"/>
                </a:cubicBezTo>
                <a:cubicBezTo>
                  <a:pt x="10300" y="509"/>
                  <a:pt x="10299" y="516"/>
                  <a:pt x="10298" y="526"/>
                </a:cubicBezTo>
                <a:cubicBezTo>
                  <a:pt x="10294" y="562"/>
                  <a:pt x="10291" y="593"/>
                  <a:pt x="10290" y="618"/>
                </a:cubicBezTo>
                <a:cubicBezTo>
                  <a:pt x="10289" y="644"/>
                  <a:pt x="10289" y="666"/>
                  <a:pt x="10289" y="681"/>
                </a:cubicBezTo>
                <a:cubicBezTo>
                  <a:pt x="10289" y="719"/>
                  <a:pt x="10292" y="747"/>
                  <a:pt x="10298" y="764"/>
                </a:cubicBezTo>
                <a:cubicBezTo>
                  <a:pt x="10305" y="781"/>
                  <a:pt x="10315" y="789"/>
                  <a:pt x="10330" y="789"/>
                </a:cubicBezTo>
                <a:cubicBezTo>
                  <a:pt x="10344" y="789"/>
                  <a:pt x="10355" y="785"/>
                  <a:pt x="10363" y="778"/>
                </a:cubicBezTo>
                <a:cubicBezTo>
                  <a:pt x="10371" y="771"/>
                  <a:pt x="10377" y="758"/>
                  <a:pt x="10379" y="740"/>
                </a:cubicBezTo>
                <a:cubicBezTo>
                  <a:pt x="10387" y="678"/>
                  <a:pt x="10409" y="621"/>
                  <a:pt x="10447" y="571"/>
                </a:cubicBezTo>
                <a:cubicBezTo>
                  <a:pt x="10485" y="521"/>
                  <a:pt x="10512" y="496"/>
                  <a:pt x="10528" y="496"/>
                </a:cubicBezTo>
                <a:cubicBezTo>
                  <a:pt x="10533" y="496"/>
                  <a:pt x="10539" y="500"/>
                  <a:pt x="10547" y="507"/>
                </a:cubicBezTo>
                <a:cubicBezTo>
                  <a:pt x="10557" y="518"/>
                  <a:pt x="10570" y="523"/>
                  <a:pt x="10583" y="523"/>
                </a:cubicBezTo>
                <a:cubicBezTo>
                  <a:pt x="10591" y="523"/>
                  <a:pt x="10598" y="519"/>
                  <a:pt x="10603" y="512"/>
                </a:cubicBezTo>
                <a:cubicBezTo>
                  <a:pt x="10607" y="505"/>
                  <a:pt x="10610" y="496"/>
                  <a:pt x="10610" y="486"/>
                </a:cubicBezTo>
                <a:cubicBezTo>
                  <a:pt x="10610" y="469"/>
                  <a:pt x="10603" y="455"/>
                  <a:pt x="10589" y="443"/>
                </a:cubicBezTo>
                <a:cubicBezTo>
                  <a:pt x="10575" y="431"/>
                  <a:pt x="10557" y="425"/>
                  <a:pt x="10535" y="425"/>
                </a:cubicBezTo>
                <a:close/>
                <a:moveTo>
                  <a:pt x="3946" y="425"/>
                </a:moveTo>
                <a:cubicBezTo>
                  <a:pt x="3918" y="425"/>
                  <a:pt x="3888" y="441"/>
                  <a:pt x="3858" y="474"/>
                </a:cubicBezTo>
                <a:cubicBezTo>
                  <a:pt x="3828" y="506"/>
                  <a:pt x="3800" y="549"/>
                  <a:pt x="3774" y="601"/>
                </a:cubicBezTo>
                <a:lnTo>
                  <a:pt x="3769" y="611"/>
                </a:lnTo>
                <a:lnTo>
                  <a:pt x="3777" y="562"/>
                </a:lnTo>
                <a:cubicBezTo>
                  <a:pt x="3779" y="546"/>
                  <a:pt x="3782" y="533"/>
                  <a:pt x="3786" y="522"/>
                </a:cubicBezTo>
                <a:cubicBezTo>
                  <a:pt x="3795" y="491"/>
                  <a:pt x="3800" y="470"/>
                  <a:pt x="3800" y="460"/>
                </a:cubicBezTo>
                <a:cubicBezTo>
                  <a:pt x="3800" y="452"/>
                  <a:pt x="3797" y="445"/>
                  <a:pt x="3791" y="438"/>
                </a:cubicBezTo>
                <a:cubicBezTo>
                  <a:pt x="3785" y="431"/>
                  <a:pt x="3776" y="428"/>
                  <a:pt x="3765" y="428"/>
                </a:cubicBezTo>
                <a:cubicBezTo>
                  <a:pt x="3754" y="428"/>
                  <a:pt x="3744" y="431"/>
                  <a:pt x="3735" y="438"/>
                </a:cubicBezTo>
                <a:cubicBezTo>
                  <a:pt x="3726" y="445"/>
                  <a:pt x="3720" y="453"/>
                  <a:pt x="3718" y="460"/>
                </a:cubicBezTo>
                <a:cubicBezTo>
                  <a:pt x="3715" y="468"/>
                  <a:pt x="3713" y="483"/>
                  <a:pt x="3711" y="504"/>
                </a:cubicBezTo>
                <a:cubicBezTo>
                  <a:pt x="3711" y="509"/>
                  <a:pt x="3710" y="516"/>
                  <a:pt x="3709" y="526"/>
                </a:cubicBezTo>
                <a:cubicBezTo>
                  <a:pt x="3705" y="562"/>
                  <a:pt x="3702" y="593"/>
                  <a:pt x="3701" y="618"/>
                </a:cubicBezTo>
                <a:cubicBezTo>
                  <a:pt x="3700" y="644"/>
                  <a:pt x="3700" y="666"/>
                  <a:pt x="3700" y="681"/>
                </a:cubicBezTo>
                <a:cubicBezTo>
                  <a:pt x="3700" y="719"/>
                  <a:pt x="3703" y="747"/>
                  <a:pt x="3709" y="764"/>
                </a:cubicBezTo>
                <a:cubicBezTo>
                  <a:pt x="3716" y="781"/>
                  <a:pt x="3726" y="789"/>
                  <a:pt x="3741" y="789"/>
                </a:cubicBezTo>
                <a:cubicBezTo>
                  <a:pt x="3755" y="789"/>
                  <a:pt x="3766" y="785"/>
                  <a:pt x="3774" y="778"/>
                </a:cubicBezTo>
                <a:cubicBezTo>
                  <a:pt x="3782" y="771"/>
                  <a:pt x="3788" y="758"/>
                  <a:pt x="3790" y="740"/>
                </a:cubicBezTo>
                <a:cubicBezTo>
                  <a:pt x="3798" y="678"/>
                  <a:pt x="3820" y="621"/>
                  <a:pt x="3858" y="571"/>
                </a:cubicBezTo>
                <a:cubicBezTo>
                  <a:pt x="3896" y="521"/>
                  <a:pt x="3923" y="496"/>
                  <a:pt x="3939" y="496"/>
                </a:cubicBezTo>
                <a:cubicBezTo>
                  <a:pt x="3944" y="496"/>
                  <a:pt x="3950" y="500"/>
                  <a:pt x="3958" y="507"/>
                </a:cubicBezTo>
                <a:cubicBezTo>
                  <a:pt x="3968" y="518"/>
                  <a:pt x="3981" y="523"/>
                  <a:pt x="3994" y="523"/>
                </a:cubicBezTo>
                <a:cubicBezTo>
                  <a:pt x="4002" y="523"/>
                  <a:pt x="4009" y="519"/>
                  <a:pt x="4014" y="512"/>
                </a:cubicBezTo>
                <a:cubicBezTo>
                  <a:pt x="4018" y="505"/>
                  <a:pt x="4021" y="496"/>
                  <a:pt x="4021" y="486"/>
                </a:cubicBezTo>
                <a:cubicBezTo>
                  <a:pt x="4021" y="469"/>
                  <a:pt x="4014" y="455"/>
                  <a:pt x="4000" y="443"/>
                </a:cubicBezTo>
                <a:cubicBezTo>
                  <a:pt x="3986" y="431"/>
                  <a:pt x="3968" y="425"/>
                  <a:pt x="3946" y="425"/>
                </a:cubicBezTo>
                <a:close/>
                <a:moveTo>
                  <a:pt x="12941" y="421"/>
                </a:moveTo>
                <a:cubicBezTo>
                  <a:pt x="12888" y="421"/>
                  <a:pt x="12842" y="448"/>
                  <a:pt x="12804" y="502"/>
                </a:cubicBezTo>
                <a:cubicBezTo>
                  <a:pt x="12766" y="556"/>
                  <a:pt x="12747" y="610"/>
                  <a:pt x="12747" y="666"/>
                </a:cubicBezTo>
                <a:cubicBezTo>
                  <a:pt x="12747" y="700"/>
                  <a:pt x="12757" y="729"/>
                  <a:pt x="12778" y="752"/>
                </a:cubicBezTo>
                <a:cubicBezTo>
                  <a:pt x="12799" y="775"/>
                  <a:pt x="12825" y="787"/>
                  <a:pt x="12857" y="787"/>
                </a:cubicBezTo>
                <a:cubicBezTo>
                  <a:pt x="12897" y="787"/>
                  <a:pt x="12937" y="770"/>
                  <a:pt x="12977" y="735"/>
                </a:cubicBezTo>
                <a:cubicBezTo>
                  <a:pt x="13018" y="701"/>
                  <a:pt x="13045" y="658"/>
                  <a:pt x="13060" y="608"/>
                </a:cubicBezTo>
                <a:lnTo>
                  <a:pt x="13060" y="607"/>
                </a:lnTo>
                <a:cubicBezTo>
                  <a:pt x="13063" y="592"/>
                  <a:pt x="13065" y="576"/>
                  <a:pt x="13065" y="559"/>
                </a:cubicBezTo>
                <a:cubicBezTo>
                  <a:pt x="13065" y="522"/>
                  <a:pt x="13054" y="489"/>
                  <a:pt x="13031" y="462"/>
                </a:cubicBezTo>
                <a:cubicBezTo>
                  <a:pt x="13008" y="435"/>
                  <a:pt x="12978" y="421"/>
                  <a:pt x="12941" y="421"/>
                </a:cubicBezTo>
                <a:close/>
                <a:moveTo>
                  <a:pt x="11483" y="421"/>
                </a:moveTo>
                <a:cubicBezTo>
                  <a:pt x="11430" y="421"/>
                  <a:pt x="11384" y="448"/>
                  <a:pt x="11346" y="502"/>
                </a:cubicBezTo>
                <a:cubicBezTo>
                  <a:pt x="11308" y="556"/>
                  <a:pt x="11289" y="610"/>
                  <a:pt x="11289" y="666"/>
                </a:cubicBezTo>
                <a:cubicBezTo>
                  <a:pt x="11289" y="700"/>
                  <a:pt x="11299" y="729"/>
                  <a:pt x="11320" y="752"/>
                </a:cubicBezTo>
                <a:cubicBezTo>
                  <a:pt x="11341" y="775"/>
                  <a:pt x="11367" y="787"/>
                  <a:pt x="11399" y="787"/>
                </a:cubicBezTo>
                <a:cubicBezTo>
                  <a:pt x="11439" y="787"/>
                  <a:pt x="11479" y="770"/>
                  <a:pt x="11519" y="735"/>
                </a:cubicBezTo>
                <a:cubicBezTo>
                  <a:pt x="11560" y="701"/>
                  <a:pt x="11587" y="658"/>
                  <a:pt x="11602" y="608"/>
                </a:cubicBezTo>
                <a:lnTo>
                  <a:pt x="11602" y="607"/>
                </a:lnTo>
                <a:cubicBezTo>
                  <a:pt x="11605" y="592"/>
                  <a:pt x="11607" y="576"/>
                  <a:pt x="11607" y="559"/>
                </a:cubicBezTo>
                <a:cubicBezTo>
                  <a:pt x="11607" y="522"/>
                  <a:pt x="11596" y="489"/>
                  <a:pt x="11573" y="462"/>
                </a:cubicBezTo>
                <a:cubicBezTo>
                  <a:pt x="11550" y="435"/>
                  <a:pt x="11520" y="421"/>
                  <a:pt x="11483" y="421"/>
                </a:cubicBezTo>
                <a:close/>
                <a:moveTo>
                  <a:pt x="4210" y="421"/>
                </a:moveTo>
                <a:cubicBezTo>
                  <a:pt x="4157" y="421"/>
                  <a:pt x="4111" y="448"/>
                  <a:pt x="4073" y="502"/>
                </a:cubicBezTo>
                <a:cubicBezTo>
                  <a:pt x="4035" y="556"/>
                  <a:pt x="4016" y="610"/>
                  <a:pt x="4016" y="666"/>
                </a:cubicBezTo>
                <a:cubicBezTo>
                  <a:pt x="4016" y="700"/>
                  <a:pt x="4026" y="729"/>
                  <a:pt x="4047" y="752"/>
                </a:cubicBezTo>
                <a:cubicBezTo>
                  <a:pt x="4068" y="775"/>
                  <a:pt x="4094" y="787"/>
                  <a:pt x="4126" y="787"/>
                </a:cubicBezTo>
                <a:cubicBezTo>
                  <a:pt x="4166" y="787"/>
                  <a:pt x="4206" y="770"/>
                  <a:pt x="4246" y="735"/>
                </a:cubicBezTo>
                <a:cubicBezTo>
                  <a:pt x="4287" y="701"/>
                  <a:pt x="4314" y="658"/>
                  <a:pt x="4329" y="608"/>
                </a:cubicBezTo>
                <a:lnTo>
                  <a:pt x="4329" y="607"/>
                </a:lnTo>
                <a:cubicBezTo>
                  <a:pt x="4332" y="592"/>
                  <a:pt x="4334" y="576"/>
                  <a:pt x="4334" y="559"/>
                </a:cubicBezTo>
                <a:cubicBezTo>
                  <a:pt x="4334" y="522"/>
                  <a:pt x="4323" y="489"/>
                  <a:pt x="4300" y="462"/>
                </a:cubicBezTo>
                <a:cubicBezTo>
                  <a:pt x="4277" y="435"/>
                  <a:pt x="4247" y="421"/>
                  <a:pt x="4210" y="421"/>
                </a:cubicBezTo>
                <a:close/>
                <a:moveTo>
                  <a:pt x="7732" y="420"/>
                </a:moveTo>
                <a:cubicBezTo>
                  <a:pt x="7721" y="420"/>
                  <a:pt x="7711" y="423"/>
                  <a:pt x="7701" y="429"/>
                </a:cubicBezTo>
                <a:cubicBezTo>
                  <a:pt x="7691" y="434"/>
                  <a:pt x="7677" y="450"/>
                  <a:pt x="7657" y="475"/>
                </a:cubicBezTo>
                <a:cubicBezTo>
                  <a:pt x="7637" y="500"/>
                  <a:pt x="7614" y="534"/>
                  <a:pt x="7588" y="576"/>
                </a:cubicBezTo>
                <a:cubicBezTo>
                  <a:pt x="7562" y="618"/>
                  <a:pt x="7547" y="644"/>
                  <a:pt x="7543" y="653"/>
                </a:cubicBezTo>
                <a:cubicBezTo>
                  <a:pt x="7535" y="668"/>
                  <a:pt x="7530" y="676"/>
                  <a:pt x="7529" y="678"/>
                </a:cubicBezTo>
                <a:cubicBezTo>
                  <a:pt x="7527" y="674"/>
                  <a:pt x="7525" y="668"/>
                  <a:pt x="7522" y="659"/>
                </a:cubicBezTo>
                <a:cubicBezTo>
                  <a:pt x="7518" y="644"/>
                  <a:pt x="7514" y="632"/>
                  <a:pt x="7511" y="622"/>
                </a:cubicBezTo>
                <a:cubicBezTo>
                  <a:pt x="7505" y="607"/>
                  <a:pt x="7499" y="588"/>
                  <a:pt x="7494" y="565"/>
                </a:cubicBezTo>
                <a:cubicBezTo>
                  <a:pt x="7488" y="542"/>
                  <a:pt x="7484" y="527"/>
                  <a:pt x="7483" y="518"/>
                </a:cubicBezTo>
                <a:cubicBezTo>
                  <a:pt x="7482" y="509"/>
                  <a:pt x="7482" y="495"/>
                  <a:pt x="7482" y="474"/>
                </a:cubicBezTo>
                <a:cubicBezTo>
                  <a:pt x="7482" y="442"/>
                  <a:pt x="7468" y="426"/>
                  <a:pt x="7441" y="426"/>
                </a:cubicBezTo>
                <a:cubicBezTo>
                  <a:pt x="7422" y="426"/>
                  <a:pt x="7410" y="434"/>
                  <a:pt x="7404" y="451"/>
                </a:cubicBezTo>
                <a:lnTo>
                  <a:pt x="7404" y="452"/>
                </a:lnTo>
                <a:lnTo>
                  <a:pt x="7400" y="448"/>
                </a:lnTo>
                <a:cubicBezTo>
                  <a:pt x="7398" y="446"/>
                  <a:pt x="7397" y="444"/>
                  <a:pt x="7395" y="443"/>
                </a:cubicBezTo>
                <a:cubicBezTo>
                  <a:pt x="7381" y="431"/>
                  <a:pt x="7363" y="425"/>
                  <a:pt x="7341" y="425"/>
                </a:cubicBezTo>
                <a:cubicBezTo>
                  <a:pt x="7313" y="425"/>
                  <a:pt x="7283" y="441"/>
                  <a:pt x="7253" y="474"/>
                </a:cubicBezTo>
                <a:cubicBezTo>
                  <a:pt x="7223" y="506"/>
                  <a:pt x="7195" y="549"/>
                  <a:pt x="7169" y="601"/>
                </a:cubicBezTo>
                <a:lnTo>
                  <a:pt x="7164" y="611"/>
                </a:lnTo>
                <a:lnTo>
                  <a:pt x="7172" y="562"/>
                </a:lnTo>
                <a:cubicBezTo>
                  <a:pt x="7174" y="546"/>
                  <a:pt x="7177" y="533"/>
                  <a:pt x="7181" y="522"/>
                </a:cubicBezTo>
                <a:cubicBezTo>
                  <a:pt x="7190" y="491"/>
                  <a:pt x="7195" y="470"/>
                  <a:pt x="7195" y="460"/>
                </a:cubicBezTo>
                <a:cubicBezTo>
                  <a:pt x="7195" y="452"/>
                  <a:pt x="7192" y="445"/>
                  <a:pt x="7186" y="438"/>
                </a:cubicBezTo>
                <a:cubicBezTo>
                  <a:pt x="7180" y="431"/>
                  <a:pt x="7171" y="428"/>
                  <a:pt x="7160" y="428"/>
                </a:cubicBezTo>
                <a:cubicBezTo>
                  <a:pt x="7149" y="428"/>
                  <a:pt x="7139" y="431"/>
                  <a:pt x="7130" y="438"/>
                </a:cubicBezTo>
                <a:cubicBezTo>
                  <a:pt x="7121" y="445"/>
                  <a:pt x="7115" y="453"/>
                  <a:pt x="7113" y="460"/>
                </a:cubicBezTo>
                <a:cubicBezTo>
                  <a:pt x="7110" y="468"/>
                  <a:pt x="7108" y="483"/>
                  <a:pt x="7106" y="504"/>
                </a:cubicBezTo>
                <a:cubicBezTo>
                  <a:pt x="7106" y="509"/>
                  <a:pt x="7105" y="516"/>
                  <a:pt x="7104" y="526"/>
                </a:cubicBezTo>
                <a:cubicBezTo>
                  <a:pt x="7100" y="562"/>
                  <a:pt x="7097" y="593"/>
                  <a:pt x="7096" y="618"/>
                </a:cubicBezTo>
                <a:cubicBezTo>
                  <a:pt x="7095" y="644"/>
                  <a:pt x="7095" y="666"/>
                  <a:pt x="7095" y="681"/>
                </a:cubicBezTo>
                <a:cubicBezTo>
                  <a:pt x="7095" y="719"/>
                  <a:pt x="7098" y="747"/>
                  <a:pt x="7104" y="764"/>
                </a:cubicBezTo>
                <a:cubicBezTo>
                  <a:pt x="7111" y="781"/>
                  <a:pt x="7121" y="789"/>
                  <a:pt x="7136" y="789"/>
                </a:cubicBezTo>
                <a:cubicBezTo>
                  <a:pt x="7150" y="789"/>
                  <a:pt x="7161" y="785"/>
                  <a:pt x="7169" y="778"/>
                </a:cubicBezTo>
                <a:cubicBezTo>
                  <a:pt x="7177" y="771"/>
                  <a:pt x="7183" y="758"/>
                  <a:pt x="7185" y="740"/>
                </a:cubicBezTo>
                <a:cubicBezTo>
                  <a:pt x="7193" y="678"/>
                  <a:pt x="7215" y="621"/>
                  <a:pt x="7253" y="571"/>
                </a:cubicBezTo>
                <a:cubicBezTo>
                  <a:pt x="7291" y="521"/>
                  <a:pt x="7318" y="496"/>
                  <a:pt x="7334" y="496"/>
                </a:cubicBezTo>
                <a:cubicBezTo>
                  <a:pt x="7339" y="496"/>
                  <a:pt x="7345" y="500"/>
                  <a:pt x="7353" y="507"/>
                </a:cubicBezTo>
                <a:cubicBezTo>
                  <a:pt x="7363" y="518"/>
                  <a:pt x="7376" y="523"/>
                  <a:pt x="7389" y="523"/>
                </a:cubicBezTo>
                <a:cubicBezTo>
                  <a:pt x="7393" y="523"/>
                  <a:pt x="7397" y="522"/>
                  <a:pt x="7400" y="520"/>
                </a:cubicBezTo>
                <a:lnTo>
                  <a:pt x="7404" y="517"/>
                </a:lnTo>
                <a:lnTo>
                  <a:pt x="7405" y="523"/>
                </a:lnTo>
                <a:cubicBezTo>
                  <a:pt x="7412" y="562"/>
                  <a:pt x="7428" y="613"/>
                  <a:pt x="7452" y="676"/>
                </a:cubicBezTo>
                <a:cubicBezTo>
                  <a:pt x="7469" y="723"/>
                  <a:pt x="7477" y="754"/>
                  <a:pt x="7477" y="768"/>
                </a:cubicBezTo>
                <a:cubicBezTo>
                  <a:pt x="7491" y="786"/>
                  <a:pt x="7506" y="795"/>
                  <a:pt x="7519" y="795"/>
                </a:cubicBezTo>
                <a:cubicBezTo>
                  <a:pt x="7535" y="795"/>
                  <a:pt x="7553" y="777"/>
                  <a:pt x="7573" y="739"/>
                </a:cubicBezTo>
                <a:cubicBezTo>
                  <a:pt x="7608" y="674"/>
                  <a:pt x="7640" y="620"/>
                  <a:pt x="7671" y="577"/>
                </a:cubicBezTo>
                <a:cubicBezTo>
                  <a:pt x="7701" y="534"/>
                  <a:pt x="7725" y="507"/>
                  <a:pt x="7743" y="495"/>
                </a:cubicBezTo>
                <a:cubicBezTo>
                  <a:pt x="7761" y="483"/>
                  <a:pt x="7770" y="471"/>
                  <a:pt x="7770" y="458"/>
                </a:cubicBezTo>
                <a:cubicBezTo>
                  <a:pt x="7770" y="448"/>
                  <a:pt x="7766" y="439"/>
                  <a:pt x="7759" y="431"/>
                </a:cubicBezTo>
                <a:cubicBezTo>
                  <a:pt x="7752" y="424"/>
                  <a:pt x="7743" y="420"/>
                  <a:pt x="7732" y="420"/>
                </a:cubicBezTo>
                <a:close/>
                <a:moveTo>
                  <a:pt x="6696" y="420"/>
                </a:moveTo>
                <a:cubicBezTo>
                  <a:pt x="6685" y="420"/>
                  <a:pt x="6675" y="423"/>
                  <a:pt x="6665" y="429"/>
                </a:cubicBezTo>
                <a:cubicBezTo>
                  <a:pt x="6655" y="434"/>
                  <a:pt x="6641" y="450"/>
                  <a:pt x="6621" y="475"/>
                </a:cubicBezTo>
                <a:cubicBezTo>
                  <a:pt x="6601" y="500"/>
                  <a:pt x="6578" y="534"/>
                  <a:pt x="6552" y="576"/>
                </a:cubicBezTo>
                <a:cubicBezTo>
                  <a:pt x="6526" y="618"/>
                  <a:pt x="6511" y="644"/>
                  <a:pt x="6507" y="653"/>
                </a:cubicBezTo>
                <a:cubicBezTo>
                  <a:pt x="6499" y="668"/>
                  <a:pt x="6494" y="676"/>
                  <a:pt x="6493" y="678"/>
                </a:cubicBezTo>
                <a:cubicBezTo>
                  <a:pt x="6491" y="674"/>
                  <a:pt x="6489" y="668"/>
                  <a:pt x="6486" y="659"/>
                </a:cubicBezTo>
                <a:cubicBezTo>
                  <a:pt x="6482" y="644"/>
                  <a:pt x="6478" y="632"/>
                  <a:pt x="6475" y="622"/>
                </a:cubicBezTo>
                <a:cubicBezTo>
                  <a:pt x="6469" y="607"/>
                  <a:pt x="6463" y="588"/>
                  <a:pt x="6458" y="565"/>
                </a:cubicBezTo>
                <a:cubicBezTo>
                  <a:pt x="6452" y="542"/>
                  <a:pt x="6448" y="527"/>
                  <a:pt x="6447" y="518"/>
                </a:cubicBezTo>
                <a:cubicBezTo>
                  <a:pt x="6446" y="509"/>
                  <a:pt x="6446" y="495"/>
                  <a:pt x="6446" y="474"/>
                </a:cubicBezTo>
                <a:cubicBezTo>
                  <a:pt x="6446" y="442"/>
                  <a:pt x="6432" y="426"/>
                  <a:pt x="6405" y="426"/>
                </a:cubicBezTo>
                <a:cubicBezTo>
                  <a:pt x="6378" y="426"/>
                  <a:pt x="6364" y="443"/>
                  <a:pt x="6364" y="478"/>
                </a:cubicBezTo>
                <a:cubicBezTo>
                  <a:pt x="6364" y="518"/>
                  <a:pt x="6381" y="584"/>
                  <a:pt x="6416" y="676"/>
                </a:cubicBezTo>
                <a:cubicBezTo>
                  <a:pt x="6433" y="723"/>
                  <a:pt x="6441" y="754"/>
                  <a:pt x="6441" y="768"/>
                </a:cubicBezTo>
                <a:cubicBezTo>
                  <a:pt x="6455" y="786"/>
                  <a:pt x="6470" y="795"/>
                  <a:pt x="6483" y="795"/>
                </a:cubicBezTo>
                <a:cubicBezTo>
                  <a:pt x="6499" y="795"/>
                  <a:pt x="6517" y="777"/>
                  <a:pt x="6537" y="739"/>
                </a:cubicBezTo>
                <a:cubicBezTo>
                  <a:pt x="6572" y="674"/>
                  <a:pt x="6604" y="620"/>
                  <a:pt x="6635" y="577"/>
                </a:cubicBezTo>
                <a:cubicBezTo>
                  <a:pt x="6665" y="534"/>
                  <a:pt x="6689" y="507"/>
                  <a:pt x="6707" y="495"/>
                </a:cubicBezTo>
                <a:cubicBezTo>
                  <a:pt x="6725" y="483"/>
                  <a:pt x="6734" y="471"/>
                  <a:pt x="6734" y="458"/>
                </a:cubicBezTo>
                <a:cubicBezTo>
                  <a:pt x="6734" y="448"/>
                  <a:pt x="6730" y="439"/>
                  <a:pt x="6723" y="431"/>
                </a:cubicBezTo>
                <a:cubicBezTo>
                  <a:pt x="6716" y="424"/>
                  <a:pt x="6707" y="420"/>
                  <a:pt x="6696" y="420"/>
                </a:cubicBezTo>
                <a:close/>
                <a:moveTo>
                  <a:pt x="4488" y="420"/>
                </a:moveTo>
                <a:cubicBezTo>
                  <a:pt x="4471" y="420"/>
                  <a:pt x="4458" y="425"/>
                  <a:pt x="4449" y="434"/>
                </a:cubicBezTo>
                <a:cubicBezTo>
                  <a:pt x="4440" y="444"/>
                  <a:pt x="4434" y="460"/>
                  <a:pt x="4432" y="482"/>
                </a:cubicBezTo>
                <a:cubicBezTo>
                  <a:pt x="4429" y="504"/>
                  <a:pt x="4427" y="535"/>
                  <a:pt x="4425" y="573"/>
                </a:cubicBezTo>
                <a:cubicBezTo>
                  <a:pt x="4417" y="731"/>
                  <a:pt x="4408" y="824"/>
                  <a:pt x="4398" y="853"/>
                </a:cubicBezTo>
                <a:cubicBezTo>
                  <a:pt x="4387" y="881"/>
                  <a:pt x="4373" y="896"/>
                  <a:pt x="4355" y="896"/>
                </a:cubicBezTo>
                <a:cubicBezTo>
                  <a:pt x="4337" y="896"/>
                  <a:pt x="4316" y="884"/>
                  <a:pt x="4292" y="862"/>
                </a:cubicBezTo>
                <a:cubicBezTo>
                  <a:pt x="4280" y="852"/>
                  <a:pt x="4272" y="847"/>
                  <a:pt x="4267" y="847"/>
                </a:cubicBezTo>
                <a:cubicBezTo>
                  <a:pt x="4264" y="847"/>
                  <a:pt x="4259" y="850"/>
                  <a:pt x="4253" y="856"/>
                </a:cubicBezTo>
                <a:cubicBezTo>
                  <a:pt x="4247" y="862"/>
                  <a:pt x="4244" y="868"/>
                  <a:pt x="4244" y="874"/>
                </a:cubicBezTo>
                <a:cubicBezTo>
                  <a:pt x="4244" y="891"/>
                  <a:pt x="4257" y="911"/>
                  <a:pt x="4283" y="933"/>
                </a:cubicBezTo>
                <a:cubicBezTo>
                  <a:pt x="4308" y="956"/>
                  <a:pt x="4335" y="967"/>
                  <a:pt x="4362" y="967"/>
                </a:cubicBezTo>
                <a:cubicBezTo>
                  <a:pt x="4388" y="967"/>
                  <a:pt x="4412" y="958"/>
                  <a:pt x="4433" y="938"/>
                </a:cubicBezTo>
                <a:cubicBezTo>
                  <a:pt x="4454" y="919"/>
                  <a:pt x="4469" y="892"/>
                  <a:pt x="4477" y="858"/>
                </a:cubicBezTo>
                <a:cubicBezTo>
                  <a:pt x="4486" y="824"/>
                  <a:pt x="4491" y="775"/>
                  <a:pt x="4494" y="713"/>
                </a:cubicBezTo>
                <a:cubicBezTo>
                  <a:pt x="4494" y="698"/>
                  <a:pt x="4497" y="662"/>
                  <a:pt x="4502" y="605"/>
                </a:cubicBezTo>
                <a:cubicBezTo>
                  <a:pt x="4508" y="547"/>
                  <a:pt x="4514" y="502"/>
                  <a:pt x="4523" y="469"/>
                </a:cubicBezTo>
                <a:cubicBezTo>
                  <a:pt x="4524" y="463"/>
                  <a:pt x="4525" y="459"/>
                  <a:pt x="4525" y="456"/>
                </a:cubicBezTo>
                <a:cubicBezTo>
                  <a:pt x="4525" y="446"/>
                  <a:pt x="4521" y="438"/>
                  <a:pt x="4514" y="431"/>
                </a:cubicBezTo>
                <a:cubicBezTo>
                  <a:pt x="4506" y="424"/>
                  <a:pt x="4498" y="420"/>
                  <a:pt x="4488" y="420"/>
                </a:cubicBezTo>
                <a:close/>
                <a:moveTo>
                  <a:pt x="8821" y="411"/>
                </a:moveTo>
                <a:cubicBezTo>
                  <a:pt x="8808" y="411"/>
                  <a:pt x="8796" y="415"/>
                  <a:pt x="8785" y="424"/>
                </a:cubicBezTo>
                <a:cubicBezTo>
                  <a:pt x="8775" y="433"/>
                  <a:pt x="8761" y="456"/>
                  <a:pt x="8745" y="493"/>
                </a:cubicBezTo>
                <a:cubicBezTo>
                  <a:pt x="8728" y="529"/>
                  <a:pt x="8714" y="572"/>
                  <a:pt x="8700" y="622"/>
                </a:cubicBezTo>
                <a:cubicBezTo>
                  <a:pt x="8693" y="648"/>
                  <a:pt x="8689" y="664"/>
                  <a:pt x="8687" y="669"/>
                </a:cubicBezTo>
                <a:cubicBezTo>
                  <a:pt x="8685" y="675"/>
                  <a:pt x="8683" y="676"/>
                  <a:pt x="8681" y="674"/>
                </a:cubicBezTo>
                <a:cubicBezTo>
                  <a:pt x="8645" y="622"/>
                  <a:pt x="8627" y="563"/>
                  <a:pt x="8627" y="499"/>
                </a:cubicBezTo>
                <a:cubicBezTo>
                  <a:pt x="8627" y="496"/>
                  <a:pt x="8627" y="492"/>
                  <a:pt x="8628" y="489"/>
                </a:cubicBezTo>
                <a:cubicBezTo>
                  <a:pt x="8629" y="485"/>
                  <a:pt x="8629" y="480"/>
                  <a:pt x="8629" y="472"/>
                </a:cubicBezTo>
                <a:cubicBezTo>
                  <a:pt x="8629" y="463"/>
                  <a:pt x="8625" y="455"/>
                  <a:pt x="8616" y="448"/>
                </a:cubicBezTo>
                <a:cubicBezTo>
                  <a:pt x="8608" y="441"/>
                  <a:pt x="8597" y="437"/>
                  <a:pt x="8583" y="436"/>
                </a:cubicBezTo>
                <a:cubicBezTo>
                  <a:pt x="8566" y="448"/>
                  <a:pt x="8547" y="475"/>
                  <a:pt x="8526" y="516"/>
                </a:cubicBezTo>
                <a:lnTo>
                  <a:pt x="8526" y="516"/>
                </a:lnTo>
                <a:cubicBezTo>
                  <a:pt x="8511" y="542"/>
                  <a:pt x="8491" y="579"/>
                  <a:pt x="8467" y="630"/>
                </a:cubicBezTo>
                <a:cubicBezTo>
                  <a:pt x="8448" y="668"/>
                  <a:pt x="8437" y="687"/>
                  <a:pt x="8434" y="687"/>
                </a:cubicBezTo>
                <a:cubicBezTo>
                  <a:pt x="8430" y="687"/>
                  <a:pt x="8424" y="668"/>
                  <a:pt x="8414" y="630"/>
                </a:cubicBezTo>
                <a:cubicBezTo>
                  <a:pt x="8405" y="593"/>
                  <a:pt x="8400" y="562"/>
                  <a:pt x="8400" y="539"/>
                </a:cubicBezTo>
                <a:cubicBezTo>
                  <a:pt x="8400" y="527"/>
                  <a:pt x="8400" y="514"/>
                  <a:pt x="8401" y="501"/>
                </a:cubicBezTo>
                <a:lnTo>
                  <a:pt x="8404" y="458"/>
                </a:lnTo>
                <a:cubicBezTo>
                  <a:pt x="8404" y="450"/>
                  <a:pt x="8400" y="442"/>
                  <a:pt x="8392" y="433"/>
                </a:cubicBezTo>
                <a:cubicBezTo>
                  <a:pt x="8385" y="424"/>
                  <a:pt x="8376" y="420"/>
                  <a:pt x="8365" y="420"/>
                </a:cubicBezTo>
                <a:cubicBezTo>
                  <a:pt x="8349" y="420"/>
                  <a:pt x="8337" y="426"/>
                  <a:pt x="8328" y="437"/>
                </a:cubicBezTo>
                <a:cubicBezTo>
                  <a:pt x="8319" y="448"/>
                  <a:pt x="8315" y="463"/>
                  <a:pt x="8315" y="482"/>
                </a:cubicBezTo>
                <a:cubicBezTo>
                  <a:pt x="8315" y="533"/>
                  <a:pt x="8327" y="597"/>
                  <a:pt x="8350" y="674"/>
                </a:cubicBezTo>
                <a:cubicBezTo>
                  <a:pt x="8373" y="751"/>
                  <a:pt x="8400" y="789"/>
                  <a:pt x="8431" y="789"/>
                </a:cubicBezTo>
                <a:cubicBezTo>
                  <a:pt x="8451" y="789"/>
                  <a:pt x="8479" y="752"/>
                  <a:pt x="8515" y="679"/>
                </a:cubicBezTo>
                <a:cubicBezTo>
                  <a:pt x="8516" y="678"/>
                  <a:pt x="8517" y="675"/>
                  <a:pt x="8520" y="669"/>
                </a:cubicBezTo>
                <a:cubicBezTo>
                  <a:pt x="8550" y="605"/>
                  <a:pt x="8567" y="571"/>
                  <a:pt x="8569" y="568"/>
                </a:cubicBezTo>
                <a:cubicBezTo>
                  <a:pt x="8571" y="581"/>
                  <a:pt x="8577" y="603"/>
                  <a:pt x="8586" y="634"/>
                </a:cubicBezTo>
                <a:cubicBezTo>
                  <a:pt x="8596" y="665"/>
                  <a:pt x="8607" y="690"/>
                  <a:pt x="8619" y="710"/>
                </a:cubicBezTo>
                <a:cubicBezTo>
                  <a:pt x="8630" y="731"/>
                  <a:pt x="8643" y="744"/>
                  <a:pt x="8656" y="752"/>
                </a:cubicBezTo>
                <a:cubicBezTo>
                  <a:pt x="8668" y="759"/>
                  <a:pt x="8685" y="763"/>
                  <a:pt x="8705" y="763"/>
                </a:cubicBezTo>
                <a:cubicBezTo>
                  <a:pt x="8711" y="763"/>
                  <a:pt x="8718" y="755"/>
                  <a:pt x="8727" y="740"/>
                </a:cubicBezTo>
                <a:cubicBezTo>
                  <a:pt x="8735" y="725"/>
                  <a:pt x="8751" y="684"/>
                  <a:pt x="8773" y="616"/>
                </a:cubicBezTo>
                <a:cubicBezTo>
                  <a:pt x="8794" y="551"/>
                  <a:pt x="8819" y="500"/>
                  <a:pt x="8846" y="463"/>
                </a:cubicBezTo>
                <a:cubicBezTo>
                  <a:pt x="8850" y="457"/>
                  <a:pt x="8852" y="450"/>
                  <a:pt x="8852" y="441"/>
                </a:cubicBezTo>
                <a:cubicBezTo>
                  <a:pt x="8852" y="434"/>
                  <a:pt x="8849" y="427"/>
                  <a:pt x="8843" y="421"/>
                </a:cubicBezTo>
                <a:cubicBezTo>
                  <a:pt x="8837" y="414"/>
                  <a:pt x="8829" y="411"/>
                  <a:pt x="8821" y="411"/>
                </a:cubicBezTo>
                <a:close/>
                <a:moveTo>
                  <a:pt x="8155" y="409"/>
                </a:moveTo>
                <a:cubicBezTo>
                  <a:pt x="8106" y="409"/>
                  <a:pt x="8061" y="435"/>
                  <a:pt x="8018" y="488"/>
                </a:cubicBezTo>
                <a:cubicBezTo>
                  <a:pt x="7975" y="540"/>
                  <a:pt x="7954" y="596"/>
                  <a:pt x="7954" y="656"/>
                </a:cubicBezTo>
                <a:cubicBezTo>
                  <a:pt x="7954" y="697"/>
                  <a:pt x="7964" y="729"/>
                  <a:pt x="7985" y="752"/>
                </a:cubicBezTo>
                <a:cubicBezTo>
                  <a:pt x="8006" y="775"/>
                  <a:pt x="8035" y="786"/>
                  <a:pt x="8072" y="786"/>
                </a:cubicBezTo>
                <a:cubicBezTo>
                  <a:pt x="8119" y="786"/>
                  <a:pt x="8162" y="771"/>
                  <a:pt x="8199" y="740"/>
                </a:cubicBezTo>
                <a:cubicBezTo>
                  <a:pt x="8237" y="709"/>
                  <a:pt x="8256" y="682"/>
                  <a:pt x="8256" y="660"/>
                </a:cubicBezTo>
                <a:cubicBezTo>
                  <a:pt x="8256" y="645"/>
                  <a:pt x="8250" y="638"/>
                  <a:pt x="8237" y="638"/>
                </a:cubicBezTo>
                <a:cubicBezTo>
                  <a:pt x="8229" y="638"/>
                  <a:pt x="8221" y="642"/>
                  <a:pt x="8213" y="651"/>
                </a:cubicBezTo>
                <a:cubicBezTo>
                  <a:pt x="8170" y="696"/>
                  <a:pt x="8127" y="718"/>
                  <a:pt x="8084" y="718"/>
                </a:cubicBezTo>
                <a:cubicBezTo>
                  <a:pt x="8068" y="718"/>
                  <a:pt x="8056" y="713"/>
                  <a:pt x="8047" y="704"/>
                </a:cubicBezTo>
                <a:cubicBezTo>
                  <a:pt x="8038" y="695"/>
                  <a:pt x="8033" y="685"/>
                  <a:pt x="8033" y="674"/>
                </a:cubicBezTo>
                <a:cubicBezTo>
                  <a:pt x="8033" y="668"/>
                  <a:pt x="8036" y="664"/>
                  <a:pt x="8043" y="663"/>
                </a:cubicBezTo>
                <a:cubicBezTo>
                  <a:pt x="8099" y="650"/>
                  <a:pt x="8145" y="626"/>
                  <a:pt x="8181" y="593"/>
                </a:cubicBezTo>
                <a:cubicBezTo>
                  <a:pt x="8217" y="559"/>
                  <a:pt x="8235" y="523"/>
                  <a:pt x="8235" y="486"/>
                </a:cubicBezTo>
                <a:cubicBezTo>
                  <a:pt x="8235" y="465"/>
                  <a:pt x="8228" y="447"/>
                  <a:pt x="8213" y="432"/>
                </a:cubicBezTo>
                <a:cubicBezTo>
                  <a:pt x="8198" y="417"/>
                  <a:pt x="8179" y="409"/>
                  <a:pt x="8155" y="409"/>
                </a:cubicBezTo>
                <a:close/>
                <a:moveTo>
                  <a:pt x="6930" y="409"/>
                </a:moveTo>
                <a:cubicBezTo>
                  <a:pt x="6881" y="409"/>
                  <a:pt x="6836" y="435"/>
                  <a:pt x="6793" y="488"/>
                </a:cubicBezTo>
                <a:cubicBezTo>
                  <a:pt x="6750" y="540"/>
                  <a:pt x="6729" y="596"/>
                  <a:pt x="6729" y="656"/>
                </a:cubicBezTo>
                <a:cubicBezTo>
                  <a:pt x="6729" y="697"/>
                  <a:pt x="6739" y="729"/>
                  <a:pt x="6760" y="752"/>
                </a:cubicBezTo>
                <a:cubicBezTo>
                  <a:pt x="6781" y="775"/>
                  <a:pt x="6810" y="786"/>
                  <a:pt x="6847" y="786"/>
                </a:cubicBezTo>
                <a:cubicBezTo>
                  <a:pt x="6894" y="786"/>
                  <a:pt x="6937" y="771"/>
                  <a:pt x="6974" y="740"/>
                </a:cubicBezTo>
                <a:cubicBezTo>
                  <a:pt x="7012" y="709"/>
                  <a:pt x="7031" y="682"/>
                  <a:pt x="7031" y="660"/>
                </a:cubicBezTo>
                <a:cubicBezTo>
                  <a:pt x="7031" y="645"/>
                  <a:pt x="7025" y="638"/>
                  <a:pt x="7012" y="638"/>
                </a:cubicBezTo>
                <a:cubicBezTo>
                  <a:pt x="7004" y="638"/>
                  <a:pt x="6996" y="642"/>
                  <a:pt x="6988" y="651"/>
                </a:cubicBezTo>
                <a:cubicBezTo>
                  <a:pt x="6945" y="696"/>
                  <a:pt x="6902" y="718"/>
                  <a:pt x="6859" y="718"/>
                </a:cubicBezTo>
                <a:cubicBezTo>
                  <a:pt x="6843" y="718"/>
                  <a:pt x="6831" y="713"/>
                  <a:pt x="6822" y="704"/>
                </a:cubicBezTo>
                <a:cubicBezTo>
                  <a:pt x="6813" y="695"/>
                  <a:pt x="6808" y="685"/>
                  <a:pt x="6808" y="674"/>
                </a:cubicBezTo>
                <a:cubicBezTo>
                  <a:pt x="6808" y="668"/>
                  <a:pt x="6811" y="664"/>
                  <a:pt x="6818" y="663"/>
                </a:cubicBezTo>
                <a:cubicBezTo>
                  <a:pt x="6874" y="650"/>
                  <a:pt x="6920" y="626"/>
                  <a:pt x="6956" y="593"/>
                </a:cubicBezTo>
                <a:cubicBezTo>
                  <a:pt x="6992" y="559"/>
                  <a:pt x="7010" y="523"/>
                  <a:pt x="7010" y="486"/>
                </a:cubicBezTo>
                <a:cubicBezTo>
                  <a:pt x="7010" y="465"/>
                  <a:pt x="7003" y="447"/>
                  <a:pt x="6988" y="432"/>
                </a:cubicBezTo>
                <a:cubicBezTo>
                  <a:pt x="6973" y="417"/>
                  <a:pt x="6954" y="409"/>
                  <a:pt x="6930" y="409"/>
                </a:cubicBezTo>
                <a:close/>
                <a:moveTo>
                  <a:pt x="5131" y="409"/>
                </a:moveTo>
                <a:cubicBezTo>
                  <a:pt x="5089" y="409"/>
                  <a:pt x="5045" y="441"/>
                  <a:pt x="5001" y="504"/>
                </a:cubicBezTo>
                <a:cubicBezTo>
                  <a:pt x="4957" y="567"/>
                  <a:pt x="4935" y="625"/>
                  <a:pt x="4935" y="679"/>
                </a:cubicBezTo>
                <a:cubicBezTo>
                  <a:pt x="4935" y="714"/>
                  <a:pt x="4944" y="741"/>
                  <a:pt x="4963" y="760"/>
                </a:cubicBezTo>
                <a:cubicBezTo>
                  <a:pt x="4981" y="779"/>
                  <a:pt x="5008" y="789"/>
                  <a:pt x="5044" y="789"/>
                </a:cubicBezTo>
                <a:cubicBezTo>
                  <a:pt x="5085" y="789"/>
                  <a:pt x="5125" y="776"/>
                  <a:pt x="5163" y="749"/>
                </a:cubicBezTo>
                <a:cubicBezTo>
                  <a:pt x="5201" y="722"/>
                  <a:pt x="5220" y="701"/>
                  <a:pt x="5220" y="684"/>
                </a:cubicBezTo>
                <a:cubicBezTo>
                  <a:pt x="5220" y="672"/>
                  <a:pt x="5214" y="666"/>
                  <a:pt x="5202" y="666"/>
                </a:cubicBezTo>
                <a:cubicBezTo>
                  <a:pt x="5193" y="666"/>
                  <a:pt x="5179" y="672"/>
                  <a:pt x="5163" y="684"/>
                </a:cubicBezTo>
                <a:cubicBezTo>
                  <a:pt x="5128" y="709"/>
                  <a:pt x="5093" y="721"/>
                  <a:pt x="5058" y="721"/>
                </a:cubicBezTo>
                <a:cubicBezTo>
                  <a:pt x="5027" y="721"/>
                  <a:pt x="5011" y="706"/>
                  <a:pt x="5011" y="677"/>
                </a:cubicBezTo>
                <a:cubicBezTo>
                  <a:pt x="5011" y="641"/>
                  <a:pt x="5025" y="600"/>
                  <a:pt x="5052" y="552"/>
                </a:cubicBezTo>
                <a:cubicBezTo>
                  <a:pt x="5080" y="504"/>
                  <a:pt x="5102" y="480"/>
                  <a:pt x="5119" y="480"/>
                </a:cubicBezTo>
                <a:cubicBezTo>
                  <a:pt x="5127" y="480"/>
                  <a:pt x="5132" y="491"/>
                  <a:pt x="5135" y="512"/>
                </a:cubicBezTo>
                <a:cubicBezTo>
                  <a:pt x="5138" y="541"/>
                  <a:pt x="5150" y="555"/>
                  <a:pt x="5171" y="555"/>
                </a:cubicBezTo>
                <a:cubicBezTo>
                  <a:pt x="5178" y="555"/>
                  <a:pt x="5186" y="551"/>
                  <a:pt x="5194" y="544"/>
                </a:cubicBezTo>
                <a:cubicBezTo>
                  <a:pt x="5201" y="537"/>
                  <a:pt x="5205" y="523"/>
                  <a:pt x="5205" y="503"/>
                </a:cubicBezTo>
                <a:cubicBezTo>
                  <a:pt x="5205" y="481"/>
                  <a:pt x="5198" y="460"/>
                  <a:pt x="5183" y="439"/>
                </a:cubicBezTo>
                <a:cubicBezTo>
                  <a:pt x="5169" y="419"/>
                  <a:pt x="5151" y="409"/>
                  <a:pt x="5131" y="409"/>
                </a:cubicBezTo>
                <a:close/>
                <a:moveTo>
                  <a:pt x="4795" y="409"/>
                </a:moveTo>
                <a:cubicBezTo>
                  <a:pt x="4746" y="409"/>
                  <a:pt x="4701" y="435"/>
                  <a:pt x="4658" y="488"/>
                </a:cubicBezTo>
                <a:cubicBezTo>
                  <a:pt x="4615" y="540"/>
                  <a:pt x="4594" y="596"/>
                  <a:pt x="4594" y="656"/>
                </a:cubicBezTo>
                <a:cubicBezTo>
                  <a:pt x="4594" y="697"/>
                  <a:pt x="4604" y="729"/>
                  <a:pt x="4625" y="752"/>
                </a:cubicBezTo>
                <a:cubicBezTo>
                  <a:pt x="4646" y="775"/>
                  <a:pt x="4675" y="786"/>
                  <a:pt x="4712" y="786"/>
                </a:cubicBezTo>
                <a:cubicBezTo>
                  <a:pt x="4759" y="786"/>
                  <a:pt x="4802" y="771"/>
                  <a:pt x="4839" y="740"/>
                </a:cubicBezTo>
                <a:cubicBezTo>
                  <a:pt x="4877" y="709"/>
                  <a:pt x="4896" y="682"/>
                  <a:pt x="4896" y="660"/>
                </a:cubicBezTo>
                <a:cubicBezTo>
                  <a:pt x="4896" y="645"/>
                  <a:pt x="4890" y="638"/>
                  <a:pt x="4877" y="638"/>
                </a:cubicBezTo>
                <a:cubicBezTo>
                  <a:pt x="4869" y="638"/>
                  <a:pt x="4861" y="642"/>
                  <a:pt x="4853" y="651"/>
                </a:cubicBezTo>
                <a:cubicBezTo>
                  <a:pt x="4810" y="696"/>
                  <a:pt x="4767" y="718"/>
                  <a:pt x="4724" y="718"/>
                </a:cubicBezTo>
                <a:cubicBezTo>
                  <a:pt x="4708" y="718"/>
                  <a:pt x="4696" y="713"/>
                  <a:pt x="4687" y="704"/>
                </a:cubicBezTo>
                <a:cubicBezTo>
                  <a:pt x="4678" y="695"/>
                  <a:pt x="4673" y="685"/>
                  <a:pt x="4673" y="674"/>
                </a:cubicBezTo>
                <a:cubicBezTo>
                  <a:pt x="4673" y="668"/>
                  <a:pt x="4676" y="664"/>
                  <a:pt x="4683" y="663"/>
                </a:cubicBezTo>
                <a:cubicBezTo>
                  <a:pt x="4739" y="650"/>
                  <a:pt x="4785" y="626"/>
                  <a:pt x="4821" y="593"/>
                </a:cubicBezTo>
                <a:cubicBezTo>
                  <a:pt x="4857" y="559"/>
                  <a:pt x="4875" y="523"/>
                  <a:pt x="4875" y="486"/>
                </a:cubicBezTo>
                <a:cubicBezTo>
                  <a:pt x="4875" y="465"/>
                  <a:pt x="4868" y="447"/>
                  <a:pt x="4853" y="432"/>
                </a:cubicBezTo>
                <a:cubicBezTo>
                  <a:pt x="4838" y="417"/>
                  <a:pt x="4819" y="409"/>
                  <a:pt x="4795" y="409"/>
                </a:cubicBezTo>
                <a:close/>
                <a:moveTo>
                  <a:pt x="9621" y="364"/>
                </a:moveTo>
                <a:cubicBezTo>
                  <a:pt x="9644" y="364"/>
                  <a:pt x="9666" y="368"/>
                  <a:pt x="9686" y="377"/>
                </a:cubicBezTo>
                <a:cubicBezTo>
                  <a:pt x="9706" y="386"/>
                  <a:pt x="9720" y="397"/>
                  <a:pt x="9728" y="411"/>
                </a:cubicBezTo>
                <a:cubicBezTo>
                  <a:pt x="9737" y="424"/>
                  <a:pt x="9741" y="442"/>
                  <a:pt x="9741" y="464"/>
                </a:cubicBezTo>
                <a:cubicBezTo>
                  <a:pt x="9741" y="526"/>
                  <a:pt x="9716" y="585"/>
                  <a:pt x="9665" y="640"/>
                </a:cubicBezTo>
                <a:cubicBezTo>
                  <a:pt x="9615" y="695"/>
                  <a:pt x="9560" y="723"/>
                  <a:pt x="9503" y="723"/>
                </a:cubicBezTo>
                <a:cubicBezTo>
                  <a:pt x="9482" y="723"/>
                  <a:pt x="9464" y="714"/>
                  <a:pt x="9449" y="697"/>
                </a:cubicBezTo>
                <a:cubicBezTo>
                  <a:pt x="9433" y="679"/>
                  <a:pt x="9425" y="657"/>
                  <a:pt x="9425" y="631"/>
                </a:cubicBezTo>
                <a:cubicBezTo>
                  <a:pt x="9425" y="573"/>
                  <a:pt x="9447" y="514"/>
                  <a:pt x="9492" y="454"/>
                </a:cubicBezTo>
                <a:cubicBezTo>
                  <a:pt x="9536" y="394"/>
                  <a:pt x="9579" y="364"/>
                  <a:pt x="9621" y="364"/>
                </a:cubicBezTo>
                <a:close/>
                <a:moveTo>
                  <a:pt x="6127" y="364"/>
                </a:moveTo>
                <a:cubicBezTo>
                  <a:pt x="6150" y="364"/>
                  <a:pt x="6172" y="368"/>
                  <a:pt x="6192" y="377"/>
                </a:cubicBezTo>
                <a:cubicBezTo>
                  <a:pt x="6212" y="386"/>
                  <a:pt x="6226" y="397"/>
                  <a:pt x="6234" y="411"/>
                </a:cubicBezTo>
                <a:cubicBezTo>
                  <a:pt x="6243" y="424"/>
                  <a:pt x="6247" y="442"/>
                  <a:pt x="6247" y="464"/>
                </a:cubicBezTo>
                <a:cubicBezTo>
                  <a:pt x="6247" y="526"/>
                  <a:pt x="6222" y="585"/>
                  <a:pt x="6171" y="640"/>
                </a:cubicBezTo>
                <a:cubicBezTo>
                  <a:pt x="6121" y="695"/>
                  <a:pt x="6066" y="723"/>
                  <a:pt x="6009" y="723"/>
                </a:cubicBezTo>
                <a:cubicBezTo>
                  <a:pt x="5988" y="723"/>
                  <a:pt x="5970" y="714"/>
                  <a:pt x="5955" y="697"/>
                </a:cubicBezTo>
                <a:cubicBezTo>
                  <a:pt x="5939" y="679"/>
                  <a:pt x="5931" y="657"/>
                  <a:pt x="5931" y="631"/>
                </a:cubicBezTo>
                <a:cubicBezTo>
                  <a:pt x="5931" y="573"/>
                  <a:pt x="5953" y="514"/>
                  <a:pt x="5998" y="454"/>
                </a:cubicBezTo>
                <a:cubicBezTo>
                  <a:pt x="6042" y="394"/>
                  <a:pt x="6085" y="364"/>
                  <a:pt x="6127" y="364"/>
                </a:cubicBezTo>
                <a:close/>
                <a:moveTo>
                  <a:pt x="3493" y="359"/>
                </a:moveTo>
                <a:cubicBezTo>
                  <a:pt x="3550" y="359"/>
                  <a:pt x="3578" y="377"/>
                  <a:pt x="3578" y="413"/>
                </a:cubicBezTo>
                <a:cubicBezTo>
                  <a:pt x="3578" y="443"/>
                  <a:pt x="3555" y="471"/>
                  <a:pt x="3508" y="497"/>
                </a:cubicBezTo>
                <a:cubicBezTo>
                  <a:pt x="3461" y="524"/>
                  <a:pt x="3406" y="542"/>
                  <a:pt x="3344" y="552"/>
                </a:cubicBezTo>
                <a:lnTo>
                  <a:pt x="3363" y="383"/>
                </a:lnTo>
                <a:cubicBezTo>
                  <a:pt x="3410" y="367"/>
                  <a:pt x="3453" y="359"/>
                  <a:pt x="3493" y="359"/>
                </a:cubicBezTo>
                <a:close/>
                <a:moveTo>
                  <a:pt x="12396" y="305"/>
                </a:moveTo>
                <a:cubicBezTo>
                  <a:pt x="12375" y="305"/>
                  <a:pt x="12361" y="318"/>
                  <a:pt x="12355" y="344"/>
                </a:cubicBezTo>
                <a:cubicBezTo>
                  <a:pt x="12345" y="386"/>
                  <a:pt x="12336" y="420"/>
                  <a:pt x="12327" y="446"/>
                </a:cubicBezTo>
                <a:lnTo>
                  <a:pt x="12259" y="449"/>
                </a:lnTo>
                <a:cubicBezTo>
                  <a:pt x="12239" y="449"/>
                  <a:pt x="12229" y="458"/>
                  <a:pt x="12229" y="476"/>
                </a:cubicBezTo>
                <a:cubicBezTo>
                  <a:pt x="12229" y="490"/>
                  <a:pt x="12234" y="500"/>
                  <a:pt x="12244" y="507"/>
                </a:cubicBezTo>
                <a:cubicBezTo>
                  <a:pt x="12254" y="513"/>
                  <a:pt x="12264" y="516"/>
                  <a:pt x="12274" y="516"/>
                </a:cubicBezTo>
                <a:lnTo>
                  <a:pt x="12281" y="516"/>
                </a:lnTo>
                <a:cubicBezTo>
                  <a:pt x="12286" y="516"/>
                  <a:pt x="12295" y="516"/>
                  <a:pt x="12309" y="514"/>
                </a:cubicBezTo>
                <a:cubicBezTo>
                  <a:pt x="12288" y="601"/>
                  <a:pt x="12277" y="659"/>
                  <a:pt x="12277" y="688"/>
                </a:cubicBezTo>
                <a:cubicBezTo>
                  <a:pt x="12277" y="720"/>
                  <a:pt x="12284" y="744"/>
                  <a:pt x="12299" y="761"/>
                </a:cubicBezTo>
                <a:cubicBezTo>
                  <a:pt x="12314" y="778"/>
                  <a:pt x="12336" y="786"/>
                  <a:pt x="12364" y="786"/>
                </a:cubicBezTo>
                <a:cubicBezTo>
                  <a:pt x="12397" y="786"/>
                  <a:pt x="12429" y="774"/>
                  <a:pt x="12460" y="750"/>
                </a:cubicBezTo>
                <a:cubicBezTo>
                  <a:pt x="12490" y="726"/>
                  <a:pt x="12505" y="705"/>
                  <a:pt x="12505" y="686"/>
                </a:cubicBezTo>
                <a:cubicBezTo>
                  <a:pt x="12505" y="681"/>
                  <a:pt x="12503" y="677"/>
                  <a:pt x="12499" y="673"/>
                </a:cubicBezTo>
                <a:cubicBezTo>
                  <a:pt x="12496" y="670"/>
                  <a:pt x="12491" y="668"/>
                  <a:pt x="12484" y="668"/>
                </a:cubicBezTo>
                <a:cubicBezTo>
                  <a:pt x="12477" y="668"/>
                  <a:pt x="12467" y="673"/>
                  <a:pt x="12456" y="682"/>
                </a:cubicBezTo>
                <a:cubicBezTo>
                  <a:pt x="12438" y="696"/>
                  <a:pt x="12424" y="706"/>
                  <a:pt x="12413" y="710"/>
                </a:cubicBezTo>
                <a:cubicBezTo>
                  <a:pt x="12402" y="714"/>
                  <a:pt x="12390" y="716"/>
                  <a:pt x="12378" y="716"/>
                </a:cubicBezTo>
                <a:cubicBezTo>
                  <a:pt x="12370" y="716"/>
                  <a:pt x="12363" y="713"/>
                  <a:pt x="12360" y="706"/>
                </a:cubicBezTo>
                <a:cubicBezTo>
                  <a:pt x="12356" y="699"/>
                  <a:pt x="12354" y="686"/>
                  <a:pt x="12354" y="669"/>
                </a:cubicBezTo>
                <a:cubicBezTo>
                  <a:pt x="12354" y="658"/>
                  <a:pt x="12359" y="629"/>
                  <a:pt x="12370" y="581"/>
                </a:cubicBezTo>
                <a:cubicBezTo>
                  <a:pt x="12380" y="533"/>
                  <a:pt x="12386" y="509"/>
                  <a:pt x="12388" y="509"/>
                </a:cubicBezTo>
                <a:lnTo>
                  <a:pt x="12499" y="490"/>
                </a:lnTo>
                <a:cubicBezTo>
                  <a:pt x="12531" y="484"/>
                  <a:pt x="12547" y="472"/>
                  <a:pt x="12547" y="453"/>
                </a:cubicBezTo>
                <a:cubicBezTo>
                  <a:pt x="12547" y="444"/>
                  <a:pt x="12545" y="437"/>
                  <a:pt x="12542" y="434"/>
                </a:cubicBezTo>
                <a:cubicBezTo>
                  <a:pt x="12538" y="431"/>
                  <a:pt x="12530" y="429"/>
                  <a:pt x="12519" y="429"/>
                </a:cubicBezTo>
                <a:cubicBezTo>
                  <a:pt x="12512" y="429"/>
                  <a:pt x="12475" y="432"/>
                  <a:pt x="12407" y="438"/>
                </a:cubicBezTo>
                <a:cubicBezTo>
                  <a:pt x="12425" y="376"/>
                  <a:pt x="12434" y="343"/>
                  <a:pt x="12434" y="340"/>
                </a:cubicBezTo>
                <a:cubicBezTo>
                  <a:pt x="12434" y="331"/>
                  <a:pt x="12431" y="323"/>
                  <a:pt x="12424" y="316"/>
                </a:cubicBezTo>
                <a:cubicBezTo>
                  <a:pt x="12417" y="309"/>
                  <a:pt x="12408" y="305"/>
                  <a:pt x="12396" y="305"/>
                </a:cubicBezTo>
                <a:close/>
                <a:moveTo>
                  <a:pt x="5420" y="305"/>
                </a:moveTo>
                <a:cubicBezTo>
                  <a:pt x="5399" y="305"/>
                  <a:pt x="5385" y="318"/>
                  <a:pt x="5379" y="344"/>
                </a:cubicBezTo>
                <a:cubicBezTo>
                  <a:pt x="5369" y="386"/>
                  <a:pt x="5360" y="420"/>
                  <a:pt x="5351" y="446"/>
                </a:cubicBezTo>
                <a:lnTo>
                  <a:pt x="5283" y="449"/>
                </a:lnTo>
                <a:cubicBezTo>
                  <a:pt x="5263" y="449"/>
                  <a:pt x="5253" y="458"/>
                  <a:pt x="5253" y="476"/>
                </a:cubicBezTo>
                <a:cubicBezTo>
                  <a:pt x="5253" y="490"/>
                  <a:pt x="5258" y="500"/>
                  <a:pt x="5268" y="507"/>
                </a:cubicBezTo>
                <a:cubicBezTo>
                  <a:pt x="5278" y="513"/>
                  <a:pt x="5288" y="516"/>
                  <a:pt x="5298" y="516"/>
                </a:cubicBezTo>
                <a:lnTo>
                  <a:pt x="5305" y="516"/>
                </a:lnTo>
                <a:cubicBezTo>
                  <a:pt x="5310" y="516"/>
                  <a:pt x="5319" y="516"/>
                  <a:pt x="5333" y="514"/>
                </a:cubicBezTo>
                <a:cubicBezTo>
                  <a:pt x="5312" y="601"/>
                  <a:pt x="5301" y="659"/>
                  <a:pt x="5301" y="688"/>
                </a:cubicBezTo>
                <a:cubicBezTo>
                  <a:pt x="5301" y="720"/>
                  <a:pt x="5308" y="744"/>
                  <a:pt x="5323" y="761"/>
                </a:cubicBezTo>
                <a:cubicBezTo>
                  <a:pt x="5338" y="778"/>
                  <a:pt x="5360" y="786"/>
                  <a:pt x="5388" y="786"/>
                </a:cubicBezTo>
                <a:cubicBezTo>
                  <a:pt x="5421" y="786"/>
                  <a:pt x="5453" y="774"/>
                  <a:pt x="5484" y="750"/>
                </a:cubicBezTo>
                <a:cubicBezTo>
                  <a:pt x="5514" y="726"/>
                  <a:pt x="5529" y="705"/>
                  <a:pt x="5529" y="686"/>
                </a:cubicBezTo>
                <a:cubicBezTo>
                  <a:pt x="5529" y="681"/>
                  <a:pt x="5527" y="677"/>
                  <a:pt x="5523" y="673"/>
                </a:cubicBezTo>
                <a:cubicBezTo>
                  <a:pt x="5520" y="670"/>
                  <a:pt x="5515" y="668"/>
                  <a:pt x="5508" y="668"/>
                </a:cubicBezTo>
                <a:cubicBezTo>
                  <a:pt x="5501" y="668"/>
                  <a:pt x="5491" y="673"/>
                  <a:pt x="5480" y="682"/>
                </a:cubicBezTo>
                <a:cubicBezTo>
                  <a:pt x="5462" y="696"/>
                  <a:pt x="5448" y="706"/>
                  <a:pt x="5437" y="710"/>
                </a:cubicBezTo>
                <a:cubicBezTo>
                  <a:pt x="5426" y="714"/>
                  <a:pt x="5414" y="716"/>
                  <a:pt x="5402" y="716"/>
                </a:cubicBezTo>
                <a:cubicBezTo>
                  <a:pt x="5394" y="716"/>
                  <a:pt x="5387" y="713"/>
                  <a:pt x="5384" y="706"/>
                </a:cubicBezTo>
                <a:cubicBezTo>
                  <a:pt x="5380" y="699"/>
                  <a:pt x="5378" y="686"/>
                  <a:pt x="5378" y="669"/>
                </a:cubicBezTo>
                <a:cubicBezTo>
                  <a:pt x="5378" y="658"/>
                  <a:pt x="5383" y="629"/>
                  <a:pt x="5394" y="581"/>
                </a:cubicBezTo>
                <a:cubicBezTo>
                  <a:pt x="5404" y="533"/>
                  <a:pt x="5410" y="509"/>
                  <a:pt x="5412" y="509"/>
                </a:cubicBezTo>
                <a:lnTo>
                  <a:pt x="5523" y="490"/>
                </a:lnTo>
                <a:cubicBezTo>
                  <a:pt x="5555" y="484"/>
                  <a:pt x="5571" y="472"/>
                  <a:pt x="5571" y="453"/>
                </a:cubicBezTo>
                <a:cubicBezTo>
                  <a:pt x="5571" y="444"/>
                  <a:pt x="5569" y="437"/>
                  <a:pt x="5566" y="434"/>
                </a:cubicBezTo>
                <a:cubicBezTo>
                  <a:pt x="5562" y="431"/>
                  <a:pt x="5554" y="429"/>
                  <a:pt x="5543" y="429"/>
                </a:cubicBezTo>
                <a:cubicBezTo>
                  <a:pt x="5536" y="429"/>
                  <a:pt x="5499" y="432"/>
                  <a:pt x="5431" y="438"/>
                </a:cubicBezTo>
                <a:cubicBezTo>
                  <a:pt x="5449" y="376"/>
                  <a:pt x="5458" y="343"/>
                  <a:pt x="5458" y="340"/>
                </a:cubicBezTo>
                <a:cubicBezTo>
                  <a:pt x="5458" y="331"/>
                  <a:pt x="5455" y="323"/>
                  <a:pt x="5448" y="316"/>
                </a:cubicBezTo>
                <a:cubicBezTo>
                  <a:pt x="5441" y="309"/>
                  <a:pt x="5432" y="305"/>
                  <a:pt x="5420" y="305"/>
                </a:cubicBezTo>
                <a:close/>
                <a:moveTo>
                  <a:pt x="9621" y="300"/>
                </a:moveTo>
                <a:cubicBezTo>
                  <a:pt x="9575" y="300"/>
                  <a:pt x="9531" y="317"/>
                  <a:pt x="9488" y="352"/>
                </a:cubicBezTo>
                <a:cubicBezTo>
                  <a:pt x="9446" y="387"/>
                  <a:pt x="9411" y="431"/>
                  <a:pt x="9384" y="486"/>
                </a:cubicBezTo>
                <a:cubicBezTo>
                  <a:pt x="9357" y="540"/>
                  <a:pt x="9344" y="590"/>
                  <a:pt x="9344" y="633"/>
                </a:cubicBezTo>
                <a:cubicBezTo>
                  <a:pt x="9344" y="671"/>
                  <a:pt x="9358" y="707"/>
                  <a:pt x="9386" y="742"/>
                </a:cubicBezTo>
                <a:cubicBezTo>
                  <a:pt x="9414" y="777"/>
                  <a:pt x="9447" y="794"/>
                  <a:pt x="9483" y="794"/>
                </a:cubicBezTo>
                <a:cubicBezTo>
                  <a:pt x="9539" y="794"/>
                  <a:pt x="9585" y="785"/>
                  <a:pt x="9619" y="766"/>
                </a:cubicBezTo>
                <a:cubicBezTo>
                  <a:pt x="9654" y="747"/>
                  <a:pt x="9688" y="720"/>
                  <a:pt x="9721" y="685"/>
                </a:cubicBezTo>
                <a:cubicBezTo>
                  <a:pt x="9755" y="651"/>
                  <a:pt x="9780" y="614"/>
                  <a:pt x="9798" y="575"/>
                </a:cubicBezTo>
                <a:cubicBezTo>
                  <a:pt x="9815" y="536"/>
                  <a:pt x="9824" y="503"/>
                  <a:pt x="9824" y="475"/>
                </a:cubicBezTo>
                <a:cubicBezTo>
                  <a:pt x="9824" y="444"/>
                  <a:pt x="9821" y="420"/>
                  <a:pt x="9814" y="402"/>
                </a:cubicBezTo>
                <a:cubicBezTo>
                  <a:pt x="9808" y="385"/>
                  <a:pt x="9794" y="367"/>
                  <a:pt x="9775" y="351"/>
                </a:cubicBezTo>
                <a:cubicBezTo>
                  <a:pt x="9755" y="334"/>
                  <a:pt x="9734" y="321"/>
                  <a:pt x="9710" y="313"/>
                </a:cubicBezTo>
                <a:cubicBezTo>
                  <a:pt x="9687" y="304"/>
                  <a:pt x="9657" y="300"/>
                  <a:pt x="9621" y="300"/>
                </a:cubicBezTo>
                <a:close/>
                <a:moveTo>
                  <a:pt x="6127" y="300"/>
                </a:moveTo>
                <a:cubicBezTo>
                  <a:pt x="6081" y="300"/>
                  <a:pt x="6037" y="317"/>
                  <a:pt x="5994" y="352"/>
                </a:cubicBezTo>
                <a:cubicBezTo>
                  <a:pt x="5952" y="387"/>
                  <a:pt x="5917" y="431"/>
                  <a:pt x="5890" y="486"/>
                </a:cubicBezTo>
                <a:cubicBezTo>
                  <a:pt x="5863" y="540"/>
                  <a:pt x="5850" y="590"/>
                  <a:pt x="5850" y="633"/>
                </a:cubicBezTo>
                <a:cubicBezTo>
                  <a:pt x="5850" y="671"/>
                  <a:pt x="5864" y="707"/>
                  <a:pt x="5892" y="742"/>
                </a:cubicBezTo>
                <a:cubicBezTo>
                  <a:pt x="5920" y="777"/>
                  <a:pt x="5953" y="794"/>
                  <a:pt x="5989" y="794"/>
                </a:cubicBezTo>
                <a:cubicBezTo>
                  <a:pt x="6045" y="794"/>
                  <a:pt x="6091" y="785"/>
                  <a:pt x="6125" y="766"/>
                </a:cubicBezTo>
                <a:cubicBezTo>
                  <a:pt x="6160" y="747"/>
                  <a:pt x="6194" y="720"/>
                  <a:pt x="6227" y="685"/>
                </a:cubicBezTo>
                <a:cubicBezTo>
                  <a:pt x="6261" y="651"/>
                  <a:pt x="6286" y="614"/>
                  <a:pt x="6304" y="575"/>
                </a:cubicBezTo>
                <a:cubicBezTo>
                  <a:pt x="6321" y="536"/>
                  <a:pt x="6330" y="503"/>
                  <a:pt x="6330" y="475"/>
                </a:cubicBezTo>
                <a:cubicBezTo>
                  <a:pt x="6330" y="444"/>
                  <a:pt x="6327" y="420"/>
                  <a:pt x="6320" y="402"/>
                </a:cubicBezTo>
                <a:cubicBezTo>
                  <a:pt x="6314" y="385"/>
                  <a:pt x="6300" y="367"/>
                  <a:pt x="6281" y="351"/>
                </a:cubicBezTo>
                <a:cubicBezTo>
                  <a:pt x="6261" y="334"/>
                  <a:pt x="6240" y="321"/>
                  <a:pt x="6216" y="313"/>
                </a:cubicBezTo>
                <a:cubicBezTo>
                  <a:pt x="6193" y="304"/>
                  <a:pt x="6163" y="300"/>
                  <a:pt x="6127" y="300"/>
                </a:cubicBezTo>
                <a:close/>
                <a:moveTo>
                  <a:pt x="11126" y="297"/>
                </a:moveTo>
                <a:cubicBezTo>
                  <a:pt x="11063" y="297"/>
                  <a:pt x="11008" y="314"/>
                  <a:pt x="10961" y="349"/>
                </a:cubicBezTo>
                <a:cubicBezTo>
                  <a:pt x="10914" y="384"/>
                  <a:pt x="10891" y="421"/>
                  <a:pt x="10891" y="461"/>
                </a:cubicBezTo>
                <a:cubicBezTo>
                  <a:pt x="10891" y="484"/>
                  <a:pt x="10897" y="503"/>
                  <a:pt x="10909" y="519"/>
                </a:cubicBezTo>
                <a:cubicBezTo>
                  <a:pt x="10921" y="535"/>
                  <a:pt x="10939" y="548"/>
                  <a:pt x="10963" y="558"/>
                </a:cubicBezTo>
                <a:cubicBezTo>
                  <a:pt x="10986" y="568"/>
                  <a:pt x="11021" y="580"/>
                  <a:pt x="11068" y="596"/>
                </a:cubicBezTo>
                <a:cubicBezTo>
                  <a:pt x="11100" y="606"/>
                  <a:pt x="11121" y="615"/>
                  <a:pt x="11131" y="622"/>
                </a:cubicBezTo>
                <a:cubicBezTo>
                  <a:pt x="11142" y="629"/>
                  <a:pt x="11147" y="636"/>
                  <a:pt x="11147" y="644"/>
                </a:cubicBezTo>
                <a:cubicBezTo>
                  <a:pt x="11147" y="662"/>
                  <a:pt x="11126" y="680"/>
                  <a:pt x="11084" y="699"/>
                </a:cubicBezTo>
                <a:cubicBezTo>
                  <a:pt x="11043" y="718"/>
                  <a:pt x="11005" y="727"/>
                  <a:pt x="10972" y="727"/>
                </a:cubicBezTo>
                <a:cubicBezTo>
                  <a:pt x="10952" y="727"/>
                  <a:pt x="10931" y="722"/>
                  <a:pt x="10909" y="713"/>
                </a:cubicBezTo>
                <a:cubicBezTo>
                  <a:pt x="10904" y="711"/>
                  <a:pt x="10900" y="710"/>
                  <a:pt x="10895" y="710"/>
                </a:cubicBezTo>
                <a:cubicBezTo>
                  <a:pt x="10886" y="710"/>
                  <a:pt x="10879" y="715"/>
                  <a:pt x="10873" y="724"/>
                </a:cubicBezTo>
                <a:cubicBezTo>
                  <a:pt x="10867" y="733"/>
                  <a:pt x="10864" y="743"/>
                  <a:pt x="10864" y="754"/>
                </a:cubicBezTo>
                <a:cubicBezTo>
                  <a:pt x="10864" y="767"/>
                  <a:pt x="10871" y="779"/>
                  <a:pt x="10884" y="788"/>
                </a:cubicBezTo>
                <a:cubicBezTo>
                  <a:pt x="10897" y="797"/>
                  <a:pt x="10915" y="802"/>
                  <a:pt x="10937" y="802"/>
                </a:cubicBezTo>
                <a:cubicBezTo>
                  <a:pt x="11005" y="802"/>
                  <a:pt x="11070" y="785"/>
                  <a:pt x="11133" y="750"/>
                </a:cubicBezTo>
                <a:cubicBezTo>
                  <a:pt x="11196" y="716"/>
                  <a:pt x="11228" y="678"/>
                  <a:pt x="11228" y="636"/>
                </a:cubicBezTo>
                <a:cubicBezTo>
                  <a:pt x="11228" y="611"/>
                  <a:pt x="11216" y="590"/>
                  <a:pt x="11191" y="572"/>
                </a:cubicBezTo>
                <a:cubicBezTo>
                  <a:pt x="11166" y="554"/>
                  <a:pt x="11128" y="538"/>
                  <a:pt x="11077" y="523"/>
                </a:cubicBezTo>
                <a:cubicBezTo>
                  <a:pt x="11028" y="509"/>
                  <a:pt x="10997" y="497"/>
                  <a:pt x="10986" y="488"/>
                </a:cubicBezTo>
                <a:cubicBezTo>
                  <a:pt x="10974" y="478"/>
                  <a:pt x="10968" y="467"/>
                  <a:pt x="10968" y="453"/>
                </a:cubicBezTo>
                <a:cubicBezTo>
                  <a:pt x="10968" y="432"/>
                  <a:pt x="10984" y="412"/>
                  <a:pt x="11015" y="395"/>
                </a:cubicBezTo>
                <a:cubicBezTo>
                  <a:pt x="11046" y="377"/>
                  <a:pt x="11080" y="368"/>
                  <a:pt x="11116" y="368"/>
                </a:cubicBezTo>
                <a:cubicBezTo>
                  <a:pt x="11137" y="368"/>
                  <a:pt x="11154" y="372"/>
                  <a:pt x="11165" y="380"/>
                </a:cubicBezTo>
                <a:cubicBezTo>
                  <a:pt x="11176" y="389"/>
                  <a:pt x="11181" y="404"/>
                  <a:pt x="11181" y="425"/>
                </a:cubicBezTo>
                <a:cubicBezTo>
                  <a:pt x="11222" y="425"/>
                  <a:pt x="11243" y="406"/>
                  <a:pt x="11243" y="368"/>
                </a:cubicBezTo>
                <a:cubicBezTo>
                  <a:pt x="11243" y="350"/>
                  <a:pt x="11233" y="333"/>
                  <a:pt x="11212" y="319"/>
                </a:cubicBezTo>
                <a:cubicBezTo>
                  <a:pt x="11191" y="304"/>
                  <a:pt x="11162" y="297"/>
                  <a:pt x="11126" y="297"/>
                </a:cubicBezTo>
                <a:close/>
                <a:moveTo>
                  <a:pt x="3495" y="295"/>
                </a:moveTo>
                <a:cubicBezTo>
                  <a:pt x="3454" y="295"/>
                  <a:pt x="3404" y="302"/>
                  <a:pt x="3346" y="315"/>
                </a:cubicBezTo>
                <a:cubicBezTo>
                  <a:pt x="3287" y="329"/>
                  <a:pt x="3258" y="344"/>
                  <a:pt x="3258" y="362"/>
                </a:cubicBezTo>
                <a:cubicBezTo>
                  <a:pt x="3258" y="381"/>
                  <a:pt x="3265" y="394"/>
                  <a:pt x="3279" y="401"/>
                </a:cubicBezTo>
                <a:cubicBezTo>
                  <a:pt x="3280" y="403"/>
                  <a:pt x="3281" y="413"/>
                  <a:pt x="3281" y="430"/>
                </a:cubicBezTo>
                <a:cubicBezTo>
                  <a:pt x="3281" y="446"/>
                  <a:pt x="3276" y="493"/>
                  <a:pt x="3266" y="572"/>
                </a:cubicBezTo>
                <a:cubicBezTo>
                  <a:pt x="3253" y="670"/>
                  <a:pt x="3247" y="727"/>
                  <a:pt x="3247" y="744"/>
                </a:cubicBezTo>
                <a:cubicBezTo>
                  <a:pt x="3247" y="775"/>
                  <a:pt x="3260" y="790"/>
                  <a:pt x="3287" y="790"/>
                </a:cubicBezTo>
                <a:cubicBezTo>
                  <a:pt x="3299" y="790"/>
                  <a:pt x="3308" y="785"/>
                  <a:pt x="3315" y="776"/>
                </a:cubicBezTo>
                <a:cubicBezTo>
                  <a:pt x="3322" y="767"/>
                  <a:pt x="3326" y="756"/>
                  <a:pt x="3326" y="745"/>
                </a:cubicBezTo>
                <a:cubicBezTo>
                  <a:pt x="3326" y="715"/>
                  <a:pt x="3329" y="675"/>
                  <a:pt x="3334" y="625"/>
                </a:cubicBezTo>
                <a:cubicBezTo>
                  <a:pt x="3338" y="623"/>
                  <a:pt x="3354" y="620"/>
                  <a:pt x="3382" y="614"/>
                </a:cubicBezTo>
                <a:cubicBezTo>
                  <a:pt x="3458" y="598"/>
                  <a:pt x="3522" y="572"/>
                  <a:pt x="3575" y="535"/>
                </a:cubicBezTo>
                <a:cubicBezTo>
                  <a:pt x="3628" y="498"/>
                  <a:pt x="3655" y="455"/>
                  <a:pt x="3655" y="406"/>
                </a:cubicBezTo>
                <a:cubicBezTo>
                  <a:pt x="3655" y="372"/>
                  <a:pt x="3641" y="345"/>
                  <a:pt x="3612" y="325"/>
                </a:cubicBezTo>
                <a:cubicBezTo>
                  <a:pt x="3583" y="305"/>
                  <a:pt x="3544" y="295"/>
                  <a:pt x="3495" y="295"/>
                </a:cubicBezTo>
                <a:close/>
                <a:moveTo>
                  <a:pt x="12696" y="249"/>
                </a:moveTo>
                <a:cubicBezTo>
                  <a:pt x="12677" y="249"/>
                  <a:pt x="12663" y="254"/>
                  <a:pt x="12653" y="263"/>
                </a:cubicBezTo>
                <a:cubicBezTo>
                  <a:pt x="12643" y="273"/>
                  <a:pt x="12638" y="285"/>
                  <a:pt x="12638" y="301"/>
                </a:cubicBezTo>
                <a:cubicBezTo>
                  <a:pt x="12638" y="311"/>
                  <a:pt x="12643" y="322"/>
                  <a:pt x="12653" y="333"/>
                </a:cubicBezTo>
                <a:cubicBezTo>
                  <a:pt x="12663" y="344"/>
                  <a:pt x="12675" y="349"/>
                  <a:pt x="12687" y="349"/>
                </a:cubicBezTo>
                <a:cubicBezTo>
                  <a:pt x="12698" y="349"/>
                  <a:pt x="12710" y="343"/>
                  <a:pt x="12723" y="332"/>
                </a:cubicBezTo>
                <a:cubicBezTo>
                  <a:pt x="12737" y="320"/>
                  <a:pt x="12744" y="307"/>
                  <a:pt x="12744" y="292"/>
                </a:cubicBezTo>
                <a:cubicBezTo>
                  <a:pt x="12744" y="280"/>
                  <a:pt x="12740" y="270"/>
                  <a:pt x="12731" y="262"/>
                </a:cubicBezTo>
                <a:cubicBezTo>
                  <a:pt x="12722" y="253"/>
                  <a:pt x="12710" y="249"/>
                  <a:pt x="12696" y="249"/>
                </a:cubicBezTo>
                <a:close/>
                <a:moveTo>
                  <a:pt x="7908" y="249"/>
                </a:moveTo>
                <a:cubicBezTo>
                  <a:pt x="7889" y="249"/>
                  <a:pt x="7875" y="254"/>
                  <a:pt x="7865" y="263"/>
                </a:cubicBezTo>
                <a:cubicBezTo>
                  <a:pt x="7855" y="273"/>
                  <a:pt x="7850" y="285"/>
                  <a:pt x="7850" y="301"/>
                </a:cubicBezTo>
                <a:cubicBezTo>
                  <a:pt x="7850" y="311"/>
                  <a:pt x="7855" y="322"/>
                  <a:pt x="7865" y="333"/>
                </a:cubicBezTo>
                <a:cubicBezTo>
                  <a:pt x="7875" y="344"/>
                  <a:pt x="7887" y="349"/>
                  <a:pt x="7899" y="349"/>
                </a:cubicBezTo>
                <a:cubicBezTo>
                  <a:pt x="7910" y="349"/>
                  <a:pt x="7922" y="343"/>
                  <a:pt x="7935" y="332"/>
                </a:cubicBezTo>
                <a:cubicBezTo>
                  <a:pt x="7949" y="320"/>
                  <a:pt x="7956" y="307"/>
                  <a:pt x="7956" y="292"/>
                </a:cubicBezTo>
                <a:cubicBezTo>
                  <a:pt x="7956" y="280"/>
                  <a:pt x="7952" y="270"/>
                  <a:pt x="7943" y="262"/>
                </a:cubicBezTo>
                <a:cubicBezTo>
                  <a:pt x="7934" y="253"/>
                  <a:pt x="7922" y="249"/>
                  <a:pt x="7908" y="249"/>
                </a:cubicBezTo>
                <a:close/>
                <a:moveTo>
                  <a:pt x="4514" y="239"/>
                </a:moveTo>
                <a:cubicBezTo>
                  <a:pt x="4499" y="239"/>
                  <a:pt x="4486" y="244"/>
                  <a:pt x="4473" y="255"/>
                </a:cubicBezTo>
                <a:cubicBezTo>
                  <a:pt x="4461" y="266"/>
                  <a:pt x="4455" y="276"/>
                  <a:pt x="4455" y="286"/>
                </a:cubicBezTo>
                <a:cubicBezTo>
                  <a:pt x="4455" y="299"/>
                  <a:pt x="4459" y="311"/>
                  <a:pt x="4466" y="322"/>
                </a:cubicBezTo>
                <a:cubicBezTo>
                  <a:pt x="4473" y="333"/>
                  <a:pt x="4482" y="339"/>
                  <a:pt x="4494" y="339"/>
                </a:cubicBezTo>
                <a:cubicBezTo>
                  <a:pt x="4508" y="339"/>
                  <a:pt x="4519" y="338"/>
                  <a:pt x="4528" y="335"/>
                </a:cubicBezTo>
                <a:cubicBezTo>
                  <a:pt x="4537" y="333"/>
                  <a:pt x="4545" y="323"/>
                  <a:pt x="4550" y="306"/>
                </a:cubicBezTo>
                <a:cubicBezTo>
                  <a:pt x="4555" y="288"/>
                  <a:pt x="4558" y="276"/>
                  <a:pt x="4558" y="269"/>
                </a:cubicBezTo>
                <a:cubicBezTo>
                  <a:pt x="4558" y="262"/>
                  <a:pt x="4553" y="256"/>
                  <a:pt x="4542" y="249"/>
                </a:cubicBezTo>
                <a:cubicBezTo>
                  <a:pt x="4532" y="242"/>
                  <a:pt x="4522" y="239"/>
                  <a:pt x="4514" y="239"/>
                </a:cubicBezTo>
                <a:close/>
                <a:moveTo>
                  <a:pt x="11786" y="225"/>
                </a:moveTo>
                <a:cubicBezTo>
                  <a:pt x="11773" y="225"/>
                  <a:pt x="11760" y="234"/>
                  <a:pt x="11749" y="253"/>
                </a:cubicBezTo>
                <a:cubicBezTo>
                  <a:pt x="11738" y="271"/>
                  <a:pt x="11723" y="332"/>
                  <a:pt x="11706" y="434"/>
                </a:cubicBezTo>
                <a:cubicBezTo>
                  <a:pt x="11688" y="536"/>
                  <a:pt x="11679" y="625"/>
                  <a:pt x="11679" y="700"/>
                </a:cubicBezTo>
                <a:cubicBezTo>
                  <a:pt x="11679" y="735"/>
                  <a:pt x="11682" y="760"/>
                  <a:pt x="11688" y="774"/>
                </a:cubicBezTo>
                <a:cubicBezTo>
                  <a:pt x="11695" y="789"/>
                  <a:pt x="11705" y="796"/>
                  <a:pt x="11721" y="796"/>
                </a:cubicBezTo>
                <a:cubicBezTo>
                  <a:pt x="11732" y="796"/>
                  <a:pt x="11742" y="791"/>
                  <a:pt x="11752" y="782"/>
                </a:cubicBezTo>
                <a:cubicBezTo>
                  <a:pt x="11761" y="773"/>
                  <a:pt x="11766" y="762"/>
                  <a:pt x="11766" y="749"/>
                </a:cubicBezTo>
                <a:cubicBezTo>
                  <a:pt x="11766" y="746"/>
                  <a:pt x="11765" y="740"/>
                  <a:pt x="11764" y="730"/>
                </a:cubicBezTo>
                <a:cubicBezTo>
                  <a:pt x="11760" y="692"/>
                  <a:pt x="11758" y="660"/>
                  <a:pt x="11758" y="633"/>
                </a:cubicBezTo>
                <a:cubicBezTo>
                  <a:pt x="11758" y="607"/>
                  <a:pt x="11761" y="572"/>
                  <a:pt x="11766" y="526"/>
                </a:cubicBezTo>
                <a:cubicBezTo>
                  <a:pt x="11772" y="481"/>
                  <a:pt x="11780" y="439"/>
                  <a:pt x="11790" y="400"/>
                </a:cubicBezTo>
                <a:cubicBezTo>
                  <a:pt x="11804" y="347"/>
                  <a:pt x="11813" y="314"/>
                  <a:pt x="11816" y="301"/>
                </a:cubicBezTo>
                <a:cubicBezTo>
                  <a:pt x="11819" y="287"/>
                  <a:pt x="11821" y="275"/>
                  <a:pt x="11821" y="263"/>
                </a:cubicBezTo>
                <a:cubicBezTo>
                  <a:pt x="11821" y="238"/>
                  <a:pt x="11809" y="225"/>
                  <a:pt x="11786" y="225"/>
                </a:cubicBezTo>
                <a:close/>
                <a:moveTo>
                  <a:pt x="1642" y="0"/>
                </a:moveTo>
                <a:lnTo>
                  <a:pt x="15862" y="0"/>
                </a:lnTo>
                <a:lnTo>
                  <a:pt x="15862" y="1320"/>
                </a:lnTo>
                <a:lnTo>
                  <a:pt x="1642" y="1320"/>
                </a:lnTo>
                <a:lnTo>
                  <a:pt x="1642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47775" y="2833687"/>
            <a:ext cx="4076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Our project acts as an automated digital watchman. By placing sensors in flood-prone zones, the system monitors water levels in real-time, 24/7.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7775" y="4205287"/>
            <a:ext cx="4076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moment water breaches the safety threshold, the system triggers a high-decibel acoustic alarm to alert the local community immediately.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67525" y="2833687"/>
            <a:ext cx="4076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Warning alone is not enough. Our system interfaces directly with mechanical barriers to physically block rising waters.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67525" y="3900487"/>
            <a:ext cx="4076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Simultaneous to the alarm, the microcontroller dictates a motorized gate to deploy, demonstrating how smart cities can automatically protect infrastructure.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2386012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2386012"/>
            <a:ext cx="266700" cy="2667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6130" y="1257300"/>
            <a:ext cx="10668000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14" descr="Kanagawa-oki_nami-ura_-_2_waves_or_2_Fuj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275"/>
            <a:ext cx="12239625" cy="6816725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09600" y="539115"/>
            <a:ext cx="5200650" cy="69913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op Corners Rounded Rectangle 24"/>
          <p:cNvSpPr/>
          <p:nvPr/>
        </p:nvSpPr>
        <p:spPr>
          <a:xfrm>
            <a:off x="442595" y="1800225"/>
            <a:ext cx="5619750" cy="4705350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2043112"/>
            <a:ext cx="530066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chemeClr val="bg1"/>
                </a:solidFill>
                <a:latin typeface="Outfit SemiBold"/>
              </a:rPr>
              <a:t>Seamless Module Communication</a:t>
            </a:r>
            <a:endParaRPr sz="210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528887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All requested components work together in a closed-loop system: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1047750" y="3290887"/>
            <a:ext cx="4762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Water Level Sensor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provides analog input.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1047750" y="3786187"/>
            <a:ext cx="476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Breadboard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distributes 5V power and ground to all parts.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1047750" y="4586287"/>
            <a:ext cx="4762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Arduino Uno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processes the data.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1047750" y="5081587"/>
            <a:ext cx="476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Inter"/>
              </a:rPr>
              <a:t>The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Buzzer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and </a:t>
            </a:r>
            <a:r>
              <a:rPr sz="1500" b="1" i="0" u="none">
                <a:solidFill>
                  <a:schemeClr val="bg1"/>
                </a:solidFill>
                <a:latin typeface="Inter"/>
              </a:rPr>
              <a:t>Servo Motor</a:t>
            </a:r>
            <a:r>
              <a:rPr sz="1500" b="0" i="0" u="none">
                <a:solidFill>
                  <a:schemeClr val="bg1"/>
                </a:solidFill>
                <a:latin typeface="Inter"/>
              </a:rPr>
              <a:t> receive digital output commands to actuate the defense mechanism.</a:t>
            </a:r>
            <a:endParaRPr sz="1500" b="0" i="0" u="none">
              <a:solidFill>
                <a:schemeClr val="bg1"/>
              </a:solidFill>
              <a:latin typeface="Inter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585787"/>
            <a:ext cx="5048250" cy="3810000"/>
          </a:xfrm>
          <a:prstGeom prst="rect">
            <a:avLst/>
          </a:prstGeom>
        </p:spPr>
      </p:pic>
      <p:sp>
        <p:nvSpPr>
          <p:cNvPr id="19" name="TextBox 10"/>
          <p:cNvSpPr txBox="1"/>
          <p:nvPr/>
        </p:nvSpPr>
        <p:spPr>
          <a:xfrm>
            <a:off x="762000" y="58547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chemeClr val="bg1"/>
                </a:solidFill>
                <a:latin typeface="Outfit"/>
              </a:rPr>
              <a:t>Circuit Integration</a:t>
            </a:r>
            <a:endParaRPr sz="3300" b="1" i="0" u="none">
              <a:solidFill>
                <a:schemeClr val="bg1"/>
              </a:solidFill>
              <a:latin typeface="Outfi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09937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05237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05337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100637"/>
            <a:ext cx="95250" cy="200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302490" cy="752284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808720" y="2465070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8580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603504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62000" y="3943350"/>
            <a:ext cx="10668000" cy="38100"/>
          </a:xfrm>
          <a:prstGeom prst="rect">
            <a:avLst/>
          </a:prstGeom>
          <a:solidFill>
            <a:srgbClr val="060B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3"/>
          <p:cNvSpPr txBox="1"/>
          <p:nvPr/>
        </p:nvSpPr>
        <p:spPr>
          <a:xfrm>
            <a:off x="703328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1. Detect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333750" y="238188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Box 4"/>
          <p:cNvSpPr txBox="1"/>
          <p:nvPr/>
        </p:nvSpPr>
        <p:spPr>
          <a:xfrm>
            <a:off x="762000" y="4667250"/>
            <a:ext cx="234687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Water level sensor traces make contact with rising flood waters.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3477037" y="249581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2. Analyze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3" name="TextBox 6"/>
          <p:cNvSpPr txBox="1"/>
          <p:nvPr/>
        </p:nvSpPr>
        <p:spPr>
          <a:xfrm>
            <a:off x="353570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Arduino continuously reads analog values to check if safe limits are breached.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6250747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3. Alert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6309419" y="4667250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System triggers digital pin to sound the high-decibel buzzer siren.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7" name="TextBox 9"/>
          <p:cNvSpPr txBox="1"/>
          <p:nvPr/>
        </p:nvSpPr>
        <p:spPr>
          <a:xfrm>
            <a:off x="8965402" y="251105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4. Actuate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908312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Servo motor receives PWM signal and deploys the physical flood gate.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4018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68140" y="539750"/>
            <a:ext cx="4095750" cy="5524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61389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8760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16131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15"/>
          <p:cNvSpPr txBox="1"/>
          <p:nvPr/>
        </p:nvSpPr>
        <p:spPr>
          <a:xfrm>
            <a:off x="4358640" y="55880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chemeClr val="bg1"/>
                </a:solidFill>
                <a:latin typeface="Outfit"/>
              </a:rPr>
              <a:t>Operational Flow</a:t>
            </a:r>
            <a:endParaRPr sz="3300" b="1" i="0" u="none">
              <a:solidFill>
                <a:schemeClr val="bg1"/>
              </a:solidFill>
              <a:latin typeface="Outfi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2000" y="1268730"/>
            <a:ext cx="10668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0"/>
            <a:ext cx="12302490" cy="752284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808720" y="2465070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68580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6035040" y="409511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62000" y="3943350"/>
            <a:ext cx="10668000" cy="38100"/>
          </a:xfrm>
          <a:prstGeom prst="rect">
            <a:avLst/>
          </a:prstGeom>
          <a:solidFill>
            <a:srgbClr val="060B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3"/>
          <p:cNvSpPr txBox="1"/>
          <p:nvPr/>
        </p:nvSpPr>
        <p:spPr>
          <a:xfrm>
            <a:off x="703328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1. Detect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333750" y="2381885"/>
            <a:ext cx="2895600" cy="14478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Box 4"/>
          <p:cNvSpPr txBox="1"/>
          <p:nvPr/>
        </p:nvSpPr>
        <p:spPr>
          <a:xfrm>
            <a:off x="762000" y="4667250"/>
            <a:ext cx="234687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Water level sensor traces make contact with rising flood waters.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3477037" y="249581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2. Analyze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3" name="TextBox 6"/>
          <p:cNvSpPr txBox="1"/>
          <p:nvPr/>
        </p:nvSpPr>
        <p:spPr>
          <a:xfrm>
            <a:off x="353570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Arduino continuously reads analog values to check if safe limits are breached.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6250747" y="4248150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3. Alert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6309419" y="4667250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System triggers digital pin to sound the high-decibel buzzer siren.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7" name="TextBox 9"/>
          <p:cNvSpPr txBox="1"/>
          <p:nvPr/>
        </p:nvSpPr>
        <p:spPr>
          <a:xfrm>
            <a:off x="8965402" y="2511057"/>
            <a:ext cx="24642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chemeClr val="bg1"/>
                </a:solidFill>
                <a:latin typeface="Outfit SemiBold"/>
              </a:rPr>
              <a:t>4. Actuate</a:t>
            </a:r>
            <a:endParaRPr sz="1650" b="0" i="0" u="none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9083129" y="2884437"/>
            <a:ext cx="234687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sz="1200" b="0" i="0" u="none">
                <a:solidFill>
                  <a:schemeClr val="bg1"/>
                </a:solidFill>
                <a:latin typeface="Inter"/>
              </a:rPr>
              <a:t>Servo motor receives PWM signal and deploys the physical flood gate.</a:t>
            </a:r>
            <a:endParaRPr sz="1200" b="0" i="0" u="none">
              <a:solidFill>
                <a:schemeClr val="bg1"/>
              </a:solidFill>
              <a:latin typeface="Inter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4018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68140" y="539750"/>
            <a:ext cx="4095750" cy="5524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613895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8760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161314" y="3867150"/>
            <a:ext cx="190500" cy="1905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15"/>
          <p:cNvSpPr txBox="1"/>
          <p:nvPr/>
        </p:nvSpPr>
        <p:spPr>
          <a:xfrm>
            <a:off x="4358640" y="55880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chemeClr val="bg1"/>
                </a:solidFill>
                <a:latin typeface="Outfit"/>
              </a:rPr>
              <a:t>Operational Flow</a:t>
            </a:r>
            <a:endParaRPr sz="3300" b="1" i="0" u="none">
              <a:solidFill>
                <a:schemeClr val="bg1"/>
              </a:solidFill>
              <a:latin typeface="Outfi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2000" y="1268730"/>
            <a:ext cx="10668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3045"/>
            <a:ext cx="12302490" cy="752284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21615" y="293370"/>
            <a:ext cx="4385945" cy="5524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221615" y="347980"/>
            <a:ext cx="4515485" cy="54356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ts val="3000"/>
              </a:spcAft>
            </a:pPr>
            <a:r>
              <a:rPr sz="3000" b="1" u="sng">
                <a:solidFill>
                  <a:schemeClr val="bg1"/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The </a:t>
            </a:r>
            <a:r>
              <a:rPr sz="3000" b="1" u="sng">
                <a:solidFill>
                  <a:schemeClr val="accent6">
                    <a:lumMod val="75000"/>
                  </a:schemeClr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Cost </a:t>
            </a:r>
            <a:r>
              <a:rPr sz="3000" b="1" u="sng">
                <a:solidFill>
                  <a:schemeClr val="bg1"/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of Inaction</a:t>
            </a:r>
            <a:endParaRPr sz="3000" b="1" u="sng">
              <a:solidFill>
                <a:schemeClr val="bg1"/>
              </a:solidFill>
              <a:latin typeface="Arial Black" panose="020B0A04020102020204" charset="0"/>
              <a:ea typeface="Plus Jakarta Sans"/>
              <a:cs typeface="Arial Black" panose="020B0A0402010202020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958590" y="1589405"/>
            <a:ext cx="4521200" cy="167894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3625850" y="1415415"/>
            <a:ext cx="5011420" cy="1716405"/>
          </a:xfrm>
          <a:prstGeom prst="rect">
            <a:avLst/>
          </a:prstGeom>
        </p:spPr>
        <p:txBody>
          <a:bodyPr>
            <a:noAutofit/>
          </a:bodyPr>
          <a:p>
            <a:pPr marL="0" indent="0" algn="ctr">
              <a:spcAft>
                <a:spcPts val="700"/>
              </a:spcAft>
            </a:pPr>
            <a:r>
              <a:rPr lang="en-US" sz="7800" b="1" i="0">
                <a:solidFill>
                  <a:srgbClr val="FF0000"/>
                </a:solidFill>
                <a:latin typeface="Plus Jakarta Sans"/>
                <a:ea typeface="Plus Jakarta Sans"/>
              </a:rPr>
              <a:t>804</a:t>
            </a:r>
            <a:endParaRPr sz="7800" b="1" i="0">
              <a:solidFill>
                <a:srgbClr val="FF0000"/>
              </a:solidFill>
              <a:latin typeface="Plus Jakarta Sans"/>
              <a:ea typeface="Plus Jakarta Sans"/>
            </a:endParaRPr>
          </a:p>
          <a:p>
            <a:pPr marL="0" indent="0" algn="ctr"/>
            <a:r>
              <a:rPr sz="1600" b="0" i="0">
                <a:solidFill>
                  <a:schemeClr val="bg1"/>
                </a:solidFill>
                <a:latin typeface="Inter"/>
                <a:ea typeface="Inter"/>
              </a:rPr>
              <a:t>Confirmed</a:t>
            </a:r>
            <a:r>
              <a:rPr sz="1600" b="0" i="0">
                <a:solidFill>
                  <a:srgbClr val="1E293B"/>
                </a:solidFill>
                <a:latin typeface="Inter"/>
                <a:ea typeface="Inter"/>
              </a:rPr>
              <a:t> </a:t>
            </a:r>
            <a:r>
              <a:rPr sz="1600" b="0" i="0">
                <a:solidFill>
                  <a:srgbClr val="FF0000"/>
                </a:solidFill>
                <a:latin typeface="Inter"/>
                <a:ea typeface="Inter"/>
              </a:rPr>
              <a:t>Casualties</a:t>
            </a:r>
            <a:r>
              <a:rPr sz="1600" b="0" i="0">
                <a:solidFill>
                  <a:srgbClr val="1E293B"/>
                </a:solidFill>
                <a:latin typeface="Inter"/>
                <a:ea typeface="Inter"/>
              </a:rPr>
              <a:t> </a:t>
            </a:r>
            <a:r>
              <a:rPr sz="1600" b="0" i="0">
                <a:solidFill>
                  <a:schemeClr val="bg1"/>
                </a:solidFill>
                <a:latin typeface="Inter"/>
                <a:ea typeface="Inter"/>
              </a:rPr>
              <a:t>in Region</a:t>
            </a:r>
            <a:endParaRPr sz="1600" b="0" i="0">
              <a:solidFill>
                <a:schemeClr val="bg1"/>
              </a:solidFill>
              <a:latin typeface="Inter"/>
              <a:ea typeface="Inter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57350" y="3775710"/>
            <a:ext cx="8596630" cy="24187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1943735" y="3775710"/>
            <a:ext cx="8122285" cy="217932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ts val="1100"/>
              </a:spcAft>
            </a:pPr>
            <a:r>
              <a:rPr lang="en-US" sz="2200" b="1" i="0">
                <a:solidFill>
                  <a:schemeClr val="bg1"/>
                </a:solidFill>
                <a:latin typeface="Plus Jakarta Sans"/>
                <a:ea typeface="Plus Jakarta Sans"/>
              </a:rPr>
              <a:t>             	    </a:t>
            </a:r>
            <a:r>
              <a:rPr sz="2200" b="1" i="0">
                <a:solidFill>
                  <a:schemeClr val="accent6">
                    <a:lumMod val="20000"/>
                    <a:lumOff val="80000"/>
                  </a:schemeClr>
                </a:solidFill>
                <a:latin typeface="Arial Black" panose="020B0A04020102020204" charset="0"/>
                <a:ea typeface="Plus Jakarta Sans"/>
                <a:cs typeface="Arial Black" panose="020B0A04020102020204" charset="0"/>
              </a:rPr>
              <a:t>Why Automation Matters</a:t>
            </a:r>
            <a:r>
              <a:rPr lang="en-US" sz="2200" b="1" i="0">
                <a:solidFill>
                  <a:schemeClr val="accent6">
                    <a:lumMod val="20000"/>
                    <a:lumOff val="80000"/>
                  </a:schemeClr>
                </a:solidFill>
                <a:latin typeface="Plus Jakarta Sans"/>
                <a:ea typeface="Plus Jakarta Sans"/>
              </a:rPr>
              <a:t> </a:t>
            </a:r>
            <a:endParaRPr sz="2200" b="1" i="0">
              <a:solidFill>
                <a:schemeClr val="bg1"/>
              </a:solidFill>
              <a:latin typeface="Plus Jakarta Sans"/>
              <a:ea typeface="Plus Jakarta Sans"/>
            </a:endParaRPr>
          </a:p>
          <a:p>
            <a:pPr marL="0" indent="457200" algn="ctr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  <a:ea typeface="Inter"/>
              </a:rPr>
              <a:t>Thousands remain vulnerable across border regions to delayed manual warnings. Implementing </a:t>
            </a:r>
            <a:r>
              <a:rPr lang="en-US" sz="2000" b="0" i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  <a:ea typeface="Inter"/>
              </a:rPr>
              <a:t>  </a:t>
            </a:r>
            <a:r>
              <a:rPr sz="2000" b="0" i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  <a:ea typeface="Inter"/>
              </a:rPr>
              <a:t>micro-automated bridges the critical gap between detection and disaster response.</a:t>
            </a:r>
            <a:endParaRPr sz="2000" b="0" i="0">
              <a:solidFill>
                <a:schemeClr val="accent6">
                  <a:lumMod val="20000"/>
                  <a:lumOff val="80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5856605" y="2982595"/>
            <a:ext cx="54991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>
                <a:solidFill>
                  <a:schemeClr val="bg1"/>
                </a:solidFill>
              </a:rPr>
              <a:t>RIP</a:t>
            </a:r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302490" cy="752284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947545" y="1920240"/>
            <a:ext cx="8596630" cy="34099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038350" y="2148036"/>
            <a:ext cx="8115300" cy="2971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600" b="0" i="0" u="none">
                <a:solidFill>
                  <a:schemeClr val="accent1">
                    <a:lumMod val="40000"/>
                    <a:lumOff val="60000"/>
                  </a:schemeClr>
                </a:solidFill>
                <a:latin typeface="Outfit Medium"/>
              </a:rPr>
              <a:t>By combining basic microelectronics with smart programming logic, we can build scalable, automated infrastructure that saves both property and lives.</a:t>
            </a:r>
            <a:endParaRPr sz="3600" b="0" i="0" u="none">
              <a:solidFill>
                <a:schemeClr val="accent1">
                  <a:lumMod val="40000"/>
                  <a:lumOff val="60000"/>
                </a:schemeClr>
              </a:solidFill>
              <a:latin typeface="Outfit Medium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654550" y="5500370"/>
            <a:ext cx="3180080" cy="9334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71600" y="2529036"/>
            <a:ext cx="466576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BFDBFE"/>
                </a:solidFill>
                <a:latin typeface="serif Medium"/>
              </a:rPr>
              <a:t>"</a:t>
            </a:r>
            <a:endParaRPr sz="9000" b="0" i="0" u="none">
              <a:solidFill>
                <a:srgbClr val="BFDBFE"/>
              </a:solidFill>
              <a:latin typeface="serif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53827" y="5119388"/>
            <a:ext cx="466576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BFDBFE"/>
                </a:solidFill>
                <a:latin typeface="serif Medium"/>
              </a:rPr>
              <a:t>"</a:t>
            </a:r>
            <a:endParaRPr sz="9000" b="0" i="0" u="none">
              <a:solidFill>
                <a:srgbClr val="BFDBFE"/>
              </a:solidFill>
              <a:latin typeface="serif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Outfit"/>
              </a:rPr>
              <a:t>Conclusion</a:t>
            </a:r>
            <a:endParaRPr sz="3300" b="1" i="0" u="none">
              <a:solidFill>
                <a:srgbClr val="0F172A"/>
              </a:solidFill>
              <a:latin typeface="Outfi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2382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Box 8"/>
          <p:cNvSpPr txBox="1"/>
          <p:nvPr/>
        </p:nvSpPr>
        <p:spPr>
          <a:xfrm>
            <a:off x="4782820" y="5592445"/>
            <a:ext cx="3052445" cy="685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500">
                <a:solidFill>
                  <a:schemeClr val="bg1"/>
                </a:solidFill>
              </a:rPr>
              <a:t>- BY </a:t>
            </a:r>
            <a:r>
              <a:rPr lang="en-US" sz="2500" b="1">
                <a:solidFill>
                  <a:schemeClr val="bg1"/>
                </a:solidFill>
              </a:rPr>
              <a:t>INNOVATORS</a:t>
            </a:r>
            <a:endParaRPr lang="en-US" sz="2500" b="1">
              <a:solidFill>
                <a:schemeClr val="bg1"/>
              </a:solidFill>
            </a:endParaRPr>
          </a:p>
          <a:p>
            <a:r>
              <a:rPr lang="en-US" sz="2500" b="1">
                <a:solidFill>
                  <a:schemeClr val="bg1"/>
                </a:solidFill>
              </a:rPr>
              <a:t>            TEAM</a:t>
            </a:r>
            <a:endParaRPr lang="en-US" sz="25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Picture 46" descr="Great_Wave_off_Kanagawa_-_rever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302490" cy="75228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1580" y="1184910"/>
            <a:ext cx="9878060" cy="46932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538" h="5370">
                <a:moveTo>
                  <a:pt x="10470" y="3403"/>
                </a:moveTo>
                <a:lnTo>
                  <a:pt x="10470" y="3499"/>
                </a:lnTo>
                <a:lnTo>
                  <a:pt x="10566" y="3499"/>
                </a:lnTo>
                <a:lnTo>
                  <a:pt x="10566" y="3403"/>
                </a:lnTo>
                <a:lnTo>
                  <a:pt x="10470" y="3403"/>
                </a:lnTo>
                <a:close/>
                <a:moveTo>
                  <a:pt x="7715" y="3324"/>
                </a:moveTo>
                <a:lnTo>
                  <a:pt x="7715" y="3343"/>
                </a:lnTo>
                <a:cubicBezTo>
                  <a:pt x="7715" y="3367"/>
                  <a:pt x="7714" y="3382"/>
                  <a:pt x="7711" y="3391"/>
                </a:cubicBezTo>
                <a:cubicBezTo>
                  <a:pt x="7708" y="3403"/>
                  <a:pt x="7700" y="3414"/>
                  <a:pt x="7688" y="3423"/>
                </a:cubicBezTo>
                <a:cubicBezTo>
                  <a:pt x="7673" y="3434"/>
                  <a:pt x="7656" y="3440"/>
                  <a:pt x="7639" y="3440"/>
                </a:cubicBezTo>
                <a:cubicBezTo>
                  <a:pt x="7624" y="3440"/>
                  <a:pt x="7611" y="3435"/>
                  <a:pt x="7601" y="3425"/>
                </a:cubicBezTo>
                <a:cubicBezTo>
                  <a:pt x="7591" y="3415"/>
                  <a:pt x="7586" y="3404"/>
                  <a:pt x="7586" y="3390"/>
                </a:cubicBezTo>
                <a:cubicBezTo>
                  <a:pt x="7586" y="3376"/>
                  <a:pt x="7592" y="3365"/>
                  <a:pt x="7605" y="3356"/>
                </a:cubicBezTo>
                <a:cubicBezTo>
                  <a:pt x="7613" y="3350"/>
                  <a:pt x="7630" y="3345"/>
                  <a:pt x="7657" y="3339"/>
                </a:cubicBezTo>
                <a:cubicBezTo>
                  <a:pt x="7683" y="3333"/>
                  <a:pt x="7703" y="3328"/>
                  <a:pt x="7715" y="3324"/>
                </a:cubicBezTo>
                <a:close/>
                <a:moveTo>
                  <a:pt x="2038" y="3324"/>
                </a:moveTo>
                <a:lnTo>
                  <a:pt x="2038" y="3343"/>
                </a:lnTo>
                <a:cubicBezTo>
                  <a:pt x="2038" y="3367"/>
                  <a:pt x="2037" y="3382"/>
                  <a:pt x="2034" y="3391"/>
                </a:cubicBezTo>
                <a:cubicBezTo>
                  <a:pt x="2031" y="3403"/>
                  <a:pt x="2023" y="3414"/>
                  <a:pt x="2011" y="3423"/>
                </a:cubicBezTo>
                <a:cubicBezTo>
                  <a:pt x="1996" y="3434"/>
                  <a:pt x="1979" y="3440"/>
                  <a:pt x="1962" y="3440"/>
                </a:cubicBezTo>
                <a:cubicBezTo>
                  <a:pt x="1947" y="3440"/>
                  <a:pt x="1934" y="3435"/>
                  <a:pt x="1924" y="3425"/>
                </a:cubicBezTo>
                <a:cubicBezTo>
                  <a:pt x="1914" y="3415"/>
                  <a:pt x="1909" y="3404"/>
                  <a:pt x="1909" y="3390"/>
                </a:cubicBezTo>
                <a:cubicBezTo>
                  <a:pt x="1909" y="3376"/>
                  <a:pt x="1915" y="3365"/>
                  <a:pt x="1928" y="3356"/>
                </a:cubicBezTo>
                <a:cubicBezTo>
                  <a:pt x="1936" y="3350"/>
                  <a:pt x="1953" y="3345"/>
                  <a:pt x="1980" y="3339"/>
                </a:cubicBezTo>
                <a:cubicBezTo>
                  <a:pt x="2006" y="3333"/>
                  <a:pt x="2026" y="3328"/>
                  <a:pt x="2038" y="3324"/>
                </a:cubicBezTo>
                <a:close/>
                <a:moveTo>
                  <a:pt x="9778" y="3205"/>
                </a:moveTo>
                <a:cubicBezTo>
                  <a:pt x="9803" y="3205"/>
                  <a:pt x="9824" y="3215"/>
                  <a:pt x="9841" y="3234"/>
                </a:cubicBezTo>
                <a:cubicBezTo>
                  <a:pt x="9858" y="3253"/>
                  <a:pt x="9867" y="3281"/>
                  <a:pt x="9867" y="3317"/>
                </a:cubicBezTo>
                <a:cubicBezTo>
                  <a:pt x="9867" y="3354"/>
                  <a:pt x="9858" y="3382"/>
                  <a:pt x="9841" y="3401"/>
                </a:cubicBezTo>
                <a:cubicBezTo>
                  <a:pt x="9824" y="3420"/>
                  <a:pt x="9803" y="3430"/>
                  <a:pt x="9778" y="3430"/>
                </a:cubicBezTo>
                <a:cubicBezTo>
                  <a:pt x="9753" y="3430"/>
                  <a:pt x="9732" y="3420"/>
                  <a:pt x="9715" y="3401"/>
                </a:cubicBezTo>
                <a:cubicBezTo>
                  <a:pt x="9698" y="3382"/>
                  <a:pt x="9689" y="3354"/>
                  <a:pt x="9689" y="3317"/>
                </a:cubicBezTo>
                <a:cubicBezTo>
                  <a:pt x="9689" y="3281"/>
                  <a:pt x="9698" y="3253"/>
                  <a:pt x="9715" y="3234"/>
                </a:cubicBezTo>
                <a:cubicBezTo>
                  <a:pt x="9732" y="3215"/>
                  <a:pt x="9753" y="3205"/>
                  <a:pt x="9778" y="3205"/>
                </a:cubicBezTo>
                <a:close/>
                <a:moveTo>
                  <a:pt x="6357" y="3205"/>
                </a:moveTo>
                <a:cubicBezTo>
                  <a:pt x="6382" y="3205"/>
                  <a:pt x="6403" y="3215"/>
                  <a:pt x="6420" y="3234"/>
                </a:cubicBezTo>
                <a:cubicBezTo>
                  <a:pt x="6437" y="3253"/>
                  <a:pt x="6446" y="3281"/>
                  <a:pt x="6446" y="3317"/>
                </a:cubicBezTo>
                <a:cubicBezTo>
                  <a:pt x="6446" y="3354"/>
                  <a:pt x="6437" y="3382"/>
                  <a:pt x="6420" y="3401"/>
                </a:cubicBezTo>
                <a:cubicBezTo>
                  <a:pt x="6403" y="3420"/>
                  <a:pt x="6382" y="3430"/>
                  <a:pt x="6357" y="3430"/>
                </a:cubicBezTo>
                <a:cubicBezTo>
                  <a:pt x="6332" y="3430"/>
                  <a:pt x="6311" y="3420"/>
                  <a:pt x="6294" y="3401"/>
                </a:cubicBezTo>
                <a:cubicBezTo>
                  <a:pt x="6277" y="3382"/>
                  <a:pt x="6268" y="3354"/>
                  <a:pt x="6268" y="3317"/>
                </a:cubicBezTo>
                <a:cubicBezTo>
                  <a:pt x="6268" y="3281"/>
                  <a:pt x="6277" y="3253"/>
                  <a:pt x="6294" y="3234"/>
                </a:cubicBezTo>
                <a:cubicBezTo>
                  <a:pt x="6311" y="3215"/>
                  <a:pt x="6332" y="3205"/>
                  <a:pt x="6357" y="3205"/>
                </a:cubicBezTo>
                <a:close/>
                <a:moveTo>
                  <a:pt x="5074" y="3205"/>
                </a:moveTo>
                <a:cubicBezTo>
                  <a:pt x="5099" y="3205"/>
                  <a:pt x="5120" y="3215"/>
                  <a:pt x="5137" y="3234"/>
                </a:cubicBezTo>
                <a:cubicBezTo>
                  <a:pt x="5154" y="3253"/>
                  <a:pt x="5163" y="3281"/>
                  <a:pt x="5163" y="3317"/>
                </a:cubicBezTo>
                <a:cubicBezTo>
                  <a:pt x="5163" y="3354"/>
                  <a:pt x="5154" y="3382"/>
                  <a:pt x="5137" y="3401"/>
                </a:cubicBezTo>
                <a:cubicBezTo>
                  <a:pt x="5120" y="3420"/>
                  <a:pt x="5099" y="3430"/>
                  <a:pt x="5074" y="3430"/>
                </a:cubicBezTo>
                <a:cubicBezTo>
                  <a:pt x="5049" y="3430"/>
                  <a:pt x="5028" y="3420"/>
                  <a:pt x="5011" y="3401"/>
                </a:cubicBezTo>
                <a:cubicBezTo>
                  <a:pt x="4994" y="3382"/>
                  <a:pt x="4985" y="3354"/>
                  <a:pt x="4985" y="3317"/>
                </a:cubicBezTo>
                <a:cubicBezTo>
                  <a:pt x="4985" y="3281"/>
                  <a:pt x="4994" y="3253"/>
                  <a:pt x="5011" y="3234"/>
                </a:cubicBezTo>
                <a:cubicBezTo>
                  <a:pt x="5028" y="3215"/>
                  <a:pt x="5049" y="3205"/>
                  <a:pt x="5074" y="3205"/>
                </a:cubicBezTo>
                <a:close/>
                <a:moveTo>
                  <a:pt x="3791" y="3205"/>
                </a:moveTo>
                <a:cubicBezTo>
                  <a:pt x="3816" y="3205"/>
                  <a:pt x="3837" y="3215"/>
                  <a:pt x="3854" y="3234"/>
                </a:cubicBezTo>
                <a:cubicBezTo>
                  <a:pt x="3871" y="3253"/>
                  <a:pt x="3880" y="3281"/>
                  <a:pt x="3880" y="3317"/>
                </a:cubicBezTo>
                <a:cubicBezTo>
                  <a:pt x="3880" y="3354"/>
                  <a:pt x="3871" y="3382"/>
                  <a:pt x="3854" y="3401"/>
                </a:cubicBezTo>
                <a:cubicBezTo>
                  <a:pt x="3837" y="3420"/>
                  <a:pt x="3816" y="3430"/>
                  <a:pt x="3791" y="3430"/>
                </a:cubicBezTo>
                <a:cubicBezTo>
                  <a:pt x="3766" y="3430"/>
                  <a:pt x="3745" y="3420"/>
                  <a:pt x="3728" y="3401"/>
                </a:cubicBezTo>
                <a:cubicBezTo>
                  <a:pt x="3711" y="3382"/>
                  <a:pt x="3702" y="3354"/>
                  <a:pt x="3702" y="3317"/>
                </a:cubicBezTo>
                <a:cubicBezTo>
                  <a:pt x="3702" y="3281"/>
                  <a:pt x="3711" y="3253"/>
                  <a:pt x="3728" y="3234"/>
                </a:cubicBezTo>
                <a:cubicBezTo>
                  <a:pt x="3745" y="3215"/>
                  <a:pt x="3766" y="3205"/>
                  <a:pt x="3791" y="3205"/>
                </a:cubicBezTo>
                <a:close/>
                <a:moveTo>
                  <a:pt x="8514" y="3200"/>
                </a:moveTo>
                <a:cubicBezTo>
                  <a:pt x="8534" y="3200"/>
                  <a:pt x="8551" y="3207"/>
                  <a:pt x="8564" y="3222"/>
                </a:cubicBezTo>
                <a:cubicBezTo>
                  <a:pt x="8578" y="3237"/>
                  <a:pt x="8585" y="3258"/>
                  <a:pt x="8586" y="3286"/>
                </a:cubicBezTo>
                <a:lnTo>
                  <a:pt x="8442" y="3286"/>
                </a:lnTo>
                <a:cubicBezTo>
                  <a:pt x="8441" y="3260"/>
                  <a:pt x="8448" y="3239"/>
                  <a:pt x="8462" y="3223"/>
                </a:cubicBezTo>
                <a:cubicBezTo>
                  <a:pt x="8476" y="3208"/>
                  <a:pt x="8493" y="3200"/>
                  <a:pt x="8514" y="3200"/>
                </a:cubicBezTo>
                <a:close/>
                <a:moveTo>
                  <a:pt x="9419" y="3136"/>
                </a:moveTo>
                <a:lnTo>
                  <a:pt x="9419" y="3499"/>
                </a:lnTo>
                <a:lnTo>
                  <a:pt x="9515" y="3499"/>
                </a:lnTo>
                <a:lnTo>
                  <a:pt x="9515" y="3136"/>
                </a:lnTo>
                <a:lnTo>
                  <a:pt x="9419" y="3136"/>
                </a:lnTo>
                <a:close/>
                <a:moveTo>
                  <a:pt x="6620" y="3136"/>
                </a:moveTo>
                <a:lnTo>
                  <a:pt x="6620" y="3366"/>
                </a:lnTo>
                <a:cubicBezTo>
                  <a:pt x="6620" y="3400"/>
                  <a:pt x="6624" y="3427"/>
                  <a:pt x="6633" y="3447"/>
                </a:cubicBezTo>
                <a:cubicBezTo>
                  <a:pt x="6642" y="3466"/>
                  <a:pt x="6656" y="3481"/>
                  <a:pt x="6675" y="3492"/>
                </a:cubicBezTo>
                <a:cubicBezTo>
                  <a:pt x="6695" y="3503"/>
                  <a:pt x="6717" y="3508"/>
                  <a:pt x="6741" y="3508"/>
                </a:cubicBezTo>
                <a:cubicBezTo>
                  <a:pt x="6765" y="3508"/>
                  <a:pt x="6788" y="3502"/>
                  <a:pt x="6810" y="3491"/>
                </a:cubicBezTo>
                <a:cubicBezTo>
                  <a:pt x="6831" y="3479"/>
                  <a:pt x="6849" y="3464"/>
                  <a:pt x="6862" y="3445"/>
                </a:cubicBezTo>
                <a:lnTo>
                  <a:pt x="6862" y="3499"/>
                </a:lnTo>
                <a:lnTo>
                  <a:pt x="6951" y="3499"/>
                </a:lnTo>
                <a:lnTo>
                  <a:pt x="6951" y="3136"/>
                </a:lnTo>
                <a:lnTo>
                  <a:pt x="6855" y="3136"/>
                </a:lnTo>
                <a:lnTo>
                  <a:pt x="6855" y="3290"/>
                </a:lnTo>
                <a:cubicBezTo>
                  <a:pt x="6855" y="3342"/>
                  <a:pt x="6853" y="3374"/>
                  <a:pt x="6848" y="3388"/>
                </a:cubicBezTo>
                <a:cubicBezTo>
                  <a:pt x="6843" y="3401"/>
                  <a:pt x="6834" y="3412"/>
                  <a:pt x="6821" y="3421"/>
                </a:cubicBezTo>
                <a:cubicBezTo>
                  <a:pt x="6808" y="3430"/>
                  <a:pt x="6793" y="3435"/>
                  <a:pt x="6777" y="3435"/>
                </a:cubicBezTo>
                <a:cubicBezTo>
                  <a:pt x="6762" y="3435"/>
                  <a:pt x="6750" y="3432"/>
                  <a:pt x="6741" y="3425"/>
                </a:cubicBezTo>
                <a:cubicBezTo>
                  <a:pt x="6731" y="3418"/>
                  <a:pt x="6725" y="3409"/>
                  <a:pt x="6721" y="3397"/>
                </a:cubicBezTo>
                <a:cubicBezTo>
                  <a:pt x="6718" y="3386"/>
                  <a:pt x="6716" y="3355"/>
                  <a:pt x="6716" y="3303"/>
                </a:cubicBezTo>
                <a:lnTo>
                  <a:pt x="6716" y="3136"/>
                </a:lnTo>
                <a:lnTo>
                  <a:pt x="6620" y="3136"/>
                </a:lnTo>
                <a:close/>
                <a:moveTo>
                  <a:pt x="5758" y="3136"/>
                </a:moveTo>
                <a:lnTo>
                  <a:pt x="5896" y="3500"/>
                </a:lnTo>
                <a:cubicBezTo>
                  <a:pt x="5890" y="3520"/>
                  <a:pt x="5882" y="3537"/>
                  <a:pt x="5871" y="3550"/>
                </a:cubicBezTo>
                <a:cubicBezTo>
                  <a:pt x="5860" y="3563"/>
                  <a:pt x="5844" y="3570"/>
                  <a:pt x="5822" y="3570"/>
                </a:cubicBezTo>
                <a:cubicBezTo>
                  <a:pt x="5810" y="3570"/>
                  <a:pt x="5796" y="3569"/>
                  <a:pt x="5781" y="3566"/>
                </a:cubicBezTo>
                <a:lnTo>
                  <a:pt x="5790" y="3641"/>
                </a:lnTo>
                <a:cubicBezTo>
                  <a:pt x="5808" y="3645"/>
                  <a:pt x="5826" y="3647"/>
                  <a:pt x="5844" y="3647"/>
                </a:cubicBezTo>
                <a:cubicBezTo>
                  <a:pt x="5862" y="3647"/>
                  <a:pt x="5879" y="3645"/>
                  <a:pt x="5893" y="3641"/>
                </a:cubicBezTo>
                <a:cubicBezTo>
                  <a:pt x="5907" y="3637"/>
                  <a:pt x="5919" y="3632"/>
                  <a:pt x="5929" y="3625"/>
                </a:cubicBezTo>
                <a:cubicBezTo>
                  <a:pt x="5939" y="3618"/>
                  <a:pt x="5948" y="3609"/>
                  <a:pt x="5956" y="3598"/>
                </a:cubicBezTo>
                <a:cubicBezTo>
                  <a:pt x="5963" y="3586"/>
                  <a:pt x="5971" y="3570"/>
                  <a:pt x="5980" y="3549"/>
                </a:cubicBezTo>
                <a:lnTo>
                  <a:pt x="6003" y="3485"/>
                </a:lnTo>
                <a:lnTo>
                  <a:pt x="6130" y="3136"/>
                </a:lnTo>
                <a:lnTo>
                  <a:pt x="6031" y="3136"/>
                </a:lnTo>
                <a:lnTo>
                  <a:pt x="5947" y="3394"/>
                </a:lnTo>
                <a:lnTo>
                  <a:pt x="5860" y="3136"/>
                </a:lnTo>
                <a:lnTo>
                  <a:pt x="5758" y="3136"/>
                </a:lnTo>
                <a:close/>
                <a:moveTo>
                  <a:pt x="4054" y="3136"/>
                </a:moveTo>
                <a:lnTo>
                  <a:pt x="4054" y="3366"/>
                </a:lnTo>
                <a:cubicBezTo>
                  <a:pt x="4054" y="3400"/>
                  <a:pt x="4058" y="3427"/>
                  <a:pt x="4067" y="3447"/>
                </a:cubicBezTo>
                <a:cubicBezTo>
                  <a:pt x="4076" y="3466"/>
                  <a:pt x="4090" y="3481"/>
                  <a:pt x="4109" y="3492"/>
                </a:cubicBezTo>
                <a:cubicBezTo>
                  <a:pt x="4129" y="3503"/>
                  <a:pt x="4151" y="3508"/>
                  <a:pt x="4175" y="3508"/>
                </a:cubicBezTo>
                <a:cubicBezTo>
                  <a:pt x="4199" y="3508"/>
                  <a:pt x="4222" y="3502"/>
                  <a:pt x="4244" y="3491"/>
                </a:cubicBezTo>
                <a:cubicBezTo>
                  <a:pt x="4265" y="3479"/>
                  <a:pt x="4283" y="3464"/>
                  <a:pt x="4296" y="3445"/>
                </a:cubicBezTo>
                <a:lnTo>
                  <a:pt x="4296" y="3499"/>
                </a:lnTo>
                <a:lnTo>
                  <a:pt x="4385" y="3499"/>
                </a:lnTo>
                <a:lnTo>
                  <a:pt x="4385" y="3136"/>
                </a:lnTo>
                <a:lnTo>
                  <a:pt x="4289" y="3136"/>
                </a:lnTo>
                <a:lnTo>
                  <a:pt x="4289" y="3290"/>
                </a:lnTo>
                <a:cubicBezTo>
                  <a:pt x="4289" y="3342"/>
                  <a:pt x="4287" y="3374"/>
                  <a:pt x="4282" y="3388"/>
                </a:cubicBezTo>
                <a:cubicBezTo>
                  <a:pt x="4277" y="3401"/>
                  <a:pt x="4268" y="3412"/>
                  <a:pt x="4255" y="3421"/>
                </a:cubicBezTo>
                <a:cubicBezTo>
                  <a:pt x="4242" y="3430"/>
                  <a:pt x="4227" y="3435"/>
                  <a:pt x="4211" y="3435"/>
                </a:cubicBezTo>
                <a:cubicBezTo>
                  <a:pt x="4196" y="3435"/>
                  <a:pt x="4184" y="3432"/>
                  <a:pt x="4175" y="3425"/>
                </a:cubicBezTo>
                <a:cubicBezTo>
                  <a:pt x="4165" y="3418"/>
                  <a:pt x="4159" y="3409"/>
                  <a:pt x="4155" y="3397"/>
                </a:cubicBezTo>
                <a:cubicBezTo>
                  <a:pt x="4152" y="3386"/>
                  <a:pt x="4150" y="3355"/>
                  <a:pt x="4150" y="3303"/>
                </a:cubicBezTo>
                <a:lnTo>
                  <a:pt x="4150" y="3136"/>
                </a:lnTo>
                <a:lnTo>
                  <a:pt x="4054" y="3136"/>
                </a:lnTo>
                <a:close/>
                <a:moveTo>
                  <a:pt x="3192" y="3136"/>
                </a:moveTo>
                <a:lnTo>
                  <a:pt x="3330" y="3500"/>
                </a:lnTo>
                <a:cubicBezTo>
                  <a:pt x="3324" y="3520"/>
                  <a:pt x="3316" y="3537"/>
                  <a:pt x="3305" y="3550"/>
                </a:cubicBezTo>
                <a:cubicBezTo>
                  <a:pt x="3294" y="3563"/>
                  <a:pt x="3278" y="3570"/>
                  <a:pt x="3256" y="3570"/>
                </a:cubicBezTo>
                <a:cubicBezTo>
                  <a:pt x="3244" y="3570"/>
                  <a:pt x="3230" y="3569"/>
                  <a:pt x="3215" y="3566"/>
                </a:cubicBezTo>
                <a:lnTo>
                  <a:pt x="3224" y="3641"/>
                </a:lnTo>
                <a:cubicBezTo>
                  <a:pt x="3242" y="3645"/>
                  <a:pt x="3260" y="3647"/>
                  <a:pt x="3278" y="3647"/>
                </a:cubicBezTo>
                <a:cubicBezTo>
                  <a:pt x="3296" y="3647"/>
                  <a:pt x="3313" y="3645"/>
                  <a:pt x="3327" y="3641"/>
                </a:cubicBezTo>
                <a:cubicBezTo>
                  <a:pt x="3341" y="3637"/>
                  <a:pt x="3353" y="3632"/>
                  <a:pt x="3363" y="3625"/>
                </a:cubicBezTo>
                <a:cubicBezTo>
                  <a:pt x="3373" y="3618"/>
                  <a:pt x="3382" y="3609"/>
                  <a:pt x="3390" y="3598"/>
                </a:cubicBezTo>
                <a:cubicBezTo>
                  <a:pt x="3397" y="3586"/>
                  <a:pt x="3405" y="3570"/>
                  <a:pt x="3414" y="3549"/>
                </a:cubicBezTo>
                <a:lnTo>
                  <a:pt x="3437" y="3485"/>
                </a:lnTo>
                <a:lnTo>
                  <a:pt x="3564" y="3136"/>
                </a:lnTo>
                <a:lnTo>
                  <a:pt x="3465" y="3136"/>
                </a:lnTo>
                <a:lnTo>
                  <a:pt x="3381" y="3394"/>
                </a:lnTo>
                <a:lnTo>
                  <a:pt x="3294" y="3136"/>
                </a:lnTo>
                <a:lnTo>
                  <a:pt x="3192" y="3136"/>
                </a:lnTo>
                <a:close/>
                <a:moveTo>
                  <a:pt x="10250" y="3127"/>
                </a:moveTo>
                <a:cubicBezTo>
                  <a:pt x="10202" y="3127"/>
                  <a:pt x="10162" y="3148"/>
                  <a:pt x="10130" y="3189"/>
                </a:cubicBezTo>
                <a:lnTo>
                  <a:pt x="10130" y="3136"/>
                </a:lnTo>
                <a:lnTo>
                  <a:pt x="10041" y="3136"/>
                </a:lnTo>
                <a:lnTo>
                  <a:pt x="10041" y="3499"/>
                </a:lnTo>
                <a:lnTo>
                  <a:pt x="10137" y="3499"/>
                </a:lnTo>
                <a:lnTo>
                  <a:pt x="10137" y="3334"/>
                </a:lnTo>
                <a:cubicBezTo>
                  <a:pt x="10137" y="3293"/>
                  <a:pt x="10139" y="3265"/>
                  <a:pt x="10144" y="3250"/>
                </a:cubicBezTo>
                <a:cubicBezTo>
                  <a:pt x="10149" y="3235"/>
                  <a:pt x="10158" y="3223"/>
                  <a:pt x="10172" y="3214"/>
                </a:cubicBezTo>
                <a:cubicBezTo>
                  <a:pt x="10185" y="3205"/>
                  <a:pt x="10200" y="3200"/>
                  <a:pt x="10216" y="3200"/>
                </a:cubicBezTo>
                <a:cubicBezTo>
                  <a:pt x="10229" y="3200"/>
                  <a:pt x="10241" y="3203"/>
                  <a:pt x="10250" y="3210"/>
                </a:cubicBezTo>
                <a:cubicBezTo>
                  <a:pt x="10259" y="3216"/>
                  <a:pt x="10266" y="3225"/>
                  <a:pt x="10270" y="3237"/>
                </a:cubicBezTo>
                <a:cubicBezTo>
                  <a:pt x="10274" y="3248"/>
                  <a:pt x="10276" y="3274"/>
                  <a:pt x="10276" y="3313"/>
                </a:cubicBezTo>
                <a:lnTo>
                  <a:pt x="10276" y="3499"/>
                </a:lnTo>
                <a:lnTo>
                  <a:pt x="10372" y="3499"/>
                </a:lnTo>
                <a:lnTo>
                  <a:pt x="10372" y="3273"/>
                </a:lnTo>
                <a:cubicBezTo>
                  <a:pt x="10372" y="3245"/>
                  <a:pt x="10370" y="3223"/>
                  <a:pt x="10367" y="3208"/>
                </a:cubicBezTo>
                <a:cubicBezTo>
                  <a:pt x="10363" y="3193"/>
                  <a:pt x="10357" y="3180"/>
                  <a:pt x="10348" y="3168"/>
                </a:cubicBezTo>
                <a:cubicBezTo>
                  <a:pt x="10339" y="3156"/>
                  <a:pt x="10326" y="3146"/>
                  <a:pt x="10308" y="3138"/>
                </a:cubicBezTo>
                <a:cubicBezTo>
                  <a:pt x="10290" y="3131"/>
                  <a:pt x="10271" y="3127"/>
                  <a:pt x="10250" y="3127"/>
                </a:cubicBezTo>
                <a:close/>
                <a:moveTo>
                  <a:pt x="9778" y="3127"/>
                </a:moveTo>
                <a:cubicBezTo>
                  <a:pt x="9743" y="3127"/>
                  <a:pt x="9710" y="3135"/>
                  <a:pt x="9682" y="3151"/>
                </a:cubicBezTo>
                <a:cubicBezTo>
                  <a:pt x="9653" y="3166"/>
                  <a:pt x="9630" y="3189"/>
                  <a:pt x="9615" y="3219"/>
                </a:cubicBezTo>
                <a:cubicBezTo>
                  <a:pt x="9599" y="3249"/>
                  <a:pt x="9591" y="3280"/>
                  <a:pt x="9591" y="3312"/>
                </a:cubicBezTo>
                <a:cubicBezTo>
                  <a:pt x="9591" y="3354"/>
                  <a:pt x="9599" y="3390"/>
                  <a:pt x="9615" y="3419"/>
                </a:cubicBezTo>
                <a:cubicBezTo>
                  <a:pt x="9630" y="3448"/>
                  <a:pt x="9653" y="3470"/>
                  <a:pt x="9684" y="3485"/>
                </a:cubicBezTo>
                <a:cubicBezTo>
                  <a:pt x="9714" y="3500"/>
                  <a:pt x="9746" y="3508"/>
                  <a:pt x="9779" y="3508"/>
                </a:cubicBezTo>
                <a:cubicBezTo>
                  <a:pt x="9833" y="3508"/>
                  <a:pt x="9877" y="3490"/>
                  <a:pt x="9913" y="3454"/>
                </a:cubicBezTo>
                <a:cubicBezTo>
                  <a:pt x="9948" y="3417"/>
                  <a:pt x="9966" y="3372"/>
                  <a:pt x="9966" y="3316"/>
                </a:cubicBezTo>
                <a:cubicBezTo>
                  <a:pt x="9966" y="3262"/>
                  <a:pt x="9948" y="3217"/>
                  <a:pt x="9913" y="3181"/>
                </a:cubicBezTo>
                <a:cubicBezTo>
                  <a:pt x="9878" y="3145"/>
                  <a:pt x="9833" y="3127"/>
                  <a:pt x="9778" y="3127"/>
                </a:cubicBezTo>
                <a:close/>
                <a:moveTo>
                  <a:pt x="8967" y="3127"/>
                </a:moveTo>
                <a:cubicBezTo>
                  <a:pt x="8919" y="3127"/>
                  <a:pt x="8879" y="3148"/>
                  <a:pt x="8847" y="3189"/>
                </a:cubicBezTo>
                <a:lnTo>
                  <a:pt x="8847" y="3136"/>
                </a:lnTo>
                <a:lnTo>
                  <a:pt x="8758" y="3136"/>
                </a:lnTo>
                <a:lnTo>
                  <a:pt x="8758" y="3499"/>
                </a:lnTo>
                <a:lnTo>
                  <a:pt x="8854" y="3499"/>
                </a:lnTo>
                <a:lnTo>
                  <a:pt x="8854" y="3334"/>
                </a:lnTo>
                <a:cubicBezTo>
                  <a:pt x="8854" y="3293"/>
                  <a:pt x="8856" y="3265"/>
                  <a:pt x="8861" y="3250"/>
                </a:cubicBezTo>
                <a:cubicBezTo>
                  <a:pt x="8866" y="3235"/>
                  <a:pt x="8875" y="3223"/>
                  <a:pt x="8889" y="3214"/>
                </a:cubicBezTo>
                <a:cubicBezTo>
                  <a:pt x="8902" y="3205"/>
                  <a:pt x="8917" y="3200"/>
                  <a:pt x="8933" y="3200"/>
                </a:cubicBezTo>
                <a:cubicBezTo>
                  <a:pt x="8946" y="3200"/>
                  <a:pt x="8958" y="3203"/>
                  <a:pt x="8967" y="3210"/>
                </a:cubicBezTo>
                <a:cubicBezTo>
                  <a:pt x="8976" y="3216"/>
                  <a:pt x="8983" y="3225"/>
                  <a:pt x="8987" y="3237"/>
                </a:cubicBezTo>
                <a:cubicBezTo>
                  <a:pt x="8991" y="3248"/>
                  <a:pt x="8993" y="3274"/>
                  <a:pt x="8993" y="3313"/>
                </a:cubicBezTo>
                <a:lnTo>
                  <a:pt x="8993" y="3499"/>
                </a:lnTo>
                <a:lnTo>
                  <a:pt x="9089" y="3499"/>
                </a:lnTo>
                <a:lnTo>
                  <a:pt x="9089" y="3273"/>
                </a:lnTo>
                <a:cubicBezTo>
                  <a:pt x="9089" y="3245"/>
                  <a:pt x="9087" y="3223"/>
                  <a:pt x="9084" y="3208"/>
                </a:cubicBezTo>
                <a:cubicBezTo>
                  <a:pt x="9080" y="3193"/>
                  <a:pt x="9074" y="3180"/>
                  <a:pt x="9065" y="3168"/>
                </a:cubicBezTo>
                <a:cubicBezTo>
                  <a:pt x="9056" y="3156"/>
                  <a:pt x="9043" y="3146"/>
                  <a:pt x="9025" y="3138"/>
                </a:cubicBezTo>
                <a:cubicBezTo>
                  <a:pt x="9007" y="3131"/>
                  <a:pt x="8988" y="3127"/>
                  <a:pt x="8967" y="3127"/>
                </a:cubicBezTo>
                <a:close/>
                <a:moveTo>
                  <a:pt x="8508" y="3127"/>
                </a:moveTo>
                <a:cubicBezTo>
                  <a:pt x="8460" y="3127"/>
                  <a:pt x="8421" y="3144"/>
                  <a:pt x="8389" y="3178"/>
                </a:cubicBezTo>
                <a:cubicBezTo>
                  <a:pt x="8358" y="3213"/>
                  <a:pt x="8342" y="3260"/>
                  <a:pt x="8342" y="3320"/>
                </a:cubicBezTo>
                <a:cubicBezTo>
                  <a:pt x="8342" y="3371"/>
                  <a:pt x="8354" y="3413"/>
                  <a:pt x="8378" y="3446"/>
                </a:cubicBezTo>
                <a:cubicBezTo>
                  <a:pt x="8408" y="3487"/>
                  <a:pt x="8455" y="3508"/>
                  <a:pt x="8518" y="3508"/>
                </a:cubicBezTo>
                <a:cubicBezTo>
                  <a:pt x="8558" y="3508"/>
                  <a:pt x="8591" y="3499"/>
                  <a:pt x="8618" y="3480"/>
                </a:cubicBezTo>
                <a:cubicBezTo>
                  <a:pt x="8644" y="3462"/>
                  <a:pt x="8664" y="3435"/>
                  <a:pt x="8676" y="3400"/>
                </a:cubicBezTo>
                <a:lnTo>
                  <a:pt x="8580" y="3384"/>
                </a:lnTo>
                <a:cubicBezTo>
                  <a:pt x="8575" y="3402"/>
                  <a:pt x="8567" y="3415"/>
                  <a:pt x="8557" y="3424"/>
                </a:cubicBezTo>
                <a:cubicBezTo>
                  <a:pt x="8546" y="3432"/>
                  <a:pt x="8534" y="3436"/>
                  <a:pt x="8519" y="3436"/>
                </a:cubicBezTo>
                <a:cubicBezTo>
                  <a:pt x="8497" y="3436"/>
                  <a:pt x="8478" y="3428"/>
                  <a:pt x="8463" y="3412"/>
                </a:cubicBezTo>
                <a:cubicBezTo>
                  <a:pt x="8448" y="3396"/>
                  <a:pt x="8441" y="3374"/>
                  <a:pt x="8440" y="3345"/>
                </a:cubicBezTo>
                <a:lnTo>
                  <a:pt x="8681" y="3345"/>
                </a:lnTo>
                <a:cubicBezTo>
                  <a:pt x="8682" y="3271"/>
                  <a:pt x="8667" y="3216"/>
                  <a:pt x="8636" y="3181"/>
                </a:cubicBezTo>
                <a:cubicBezTo>
                  <a:pt x="8605" y="3145"/>
                  <a:pt x="8562" y="3127"/>
                  <a:pt x="8508" y="3127"/>
                </a:cubicBezTo>
                <a:close/>
                <a:moveTo>
                  <a:pt x="7657" y="3127"/>
                </a:moveTo>
                <a:cubicBezTo>
                  <a:pt x="7610" y="3127"/>
                  <a:pt x="7574" y="3135"/>
                  <a:pt x="7550" y="3152"/>
                </a:cubicBezTo>
                <a:cubicBezTo>
                  <a:pt x="7527" y="3169"/>
                  <a:pt x="7510" y="3195"/>
                  <a:pt x="7500" y="3230"/>
                </a:cubicBezTo>
                <a:lnTo>
                  <a:pt x="7586" y="3246"/>
                </a:lnTo>
                <a:cubicBezTo>
                  <a:pt x="7592" y="3229"/>
                  <a:pt x="7600" y="3217"/>
                  <a:pt x="7609" y="3210"/>
                </a:cubicBezTo>
                <a:cubicBezTo>
                  <a:pt x="7619" y="3203"/>
                  <a:pt x="7632" y="3200"/>
                  <a:pt x="7649" y="3200"/>
                </a:cubicBezTo>
                <a:cubicBezTo>
                  <a:pt x="7675" y="3200"/>
                  <a:pt x="7692" y="3204"/>
                  <a:pt x="7701" y="3212"/>
                </a:cubicBezTo>
                <a:cubicBezTo>
                  <a:pt x="7710" y="3220"/>
                  <a:pt x="7715" y="3233"/>
                  <a:pt x="7715" y="3251"/>
                </a:cubicBezTo>
                <a:lnTo>
                  <a:pt x="7715" y="3261"/>
                </a:lnTo>
                <a:cubicBezTo>
                  <a:pt x="7698" y="3268"/>
                  <a:pt x="7667" y="3276"/>
                  <a:pt x="7622" y="3285"/>
                </a:cubicBezTo>
                <a:cubicBezTo>
                  <a:pt x="7589" y="3291"/>
                  <a:pt x="7563" y="3299"/>
                  <a:pt x="7546" y="3307"/>
                </a:cubicBezTo>
                <a:cubicBezTo>
                  <a:pt x="7528" y="3316"/>
                  <a:pt x="7514" y="3328"/>
                  <a:pt x="7505" y="3345"/>
                </a:cubicBezTo>
                <a:cubicBezTo>
                  <a:pt x="7495" y="3361"/>
                  <a:pt x="7490" y="3379"/>
                  <a:pt x="7490" y="3400"/>
                </a:cubicBezTo>
                <a:cubicBezTo>
                  <a:pt x="7490" y="3431"/>
                  <a:pt x="7501" y="3457"/>
                  <a:pt x="7522" y="3477"/>
                </a:cubicBezTo>
                <a:cubicBezTo>
                  <a:pt x="7544" y="3498"/>
                  <a:pt x="7573" y="3508"/>
                  <a:pt x="7610" y="3508"/>
                </a:cubicBezTo>
                <a:cubicBezTo>
                  <a:pt x="7631" y="3508"/>
                  <a:pt x="7651" y="3504"/>
                  <a:pt x="7670" y="3496"/>
                </a:cubicBezTo>
                <a:cubicBezTo>
                  <a:pt x="7689" y="3488"/>
                  <a:pt x="7706" y="3476"/>
                  <a:pt x="7722" y="3460"/>
                </a:cubicBezTo>
                <a:cubicBezTo>
                  <a:pt x="7723" y="3461"/>
                  <a:pt x="7724" y="3465"/>
                  <a:pt x="7726" y="3471"/>
                </a:cubicBezTo>
                <a:cubicBezTo>
                  <a:pt x="7729" y="3483"/>
                  <a:pt x="7733" y="3493"/>
                  <a:pt x="7735" y="3499"/>
                </a:cubicBezTo>
                <a:lnTo>
                  <a:pt x="7830" y="3499"/>
                </a:lnTo>
                <a:cubicBezTo>
                  <a:pt x="7822" y="3482"/>
                  <a:pt x="7816" y="3465"/>
                  <a:pt x="7813" y="3450"/>
                </a:cubicBezTo>
                <a:cubicBezTo>
                  <a:pt x="7810" y="3435"/>
                  <a:pt x="7808" y="3411"/>
                  <a:pt x="7808" y="3379"/>
                </a:cubicBezTo>
                <a:lnTo>
                  <a:pt x="7809" y="3267"/>
                </a:lnTo>
                <a:cubicBezTo>
                  <a:pt x="7809" y="3225"/>
                  <a:pt x="7805" y="3197"/>
                  <a:pt x="7796" y="3181"/>
                </a:cubicBezTo>
                <a:cubicBezTo>
                  <a:pt x="7788" y="3165"/>
                  <a:pt x="7773" y="3152"/>
                  <a:pt x="7752" y="3142"/>
                </a:cubicBezTo>
                <a:cubicBezTo>
                  <a:pt x="7731" y="3132"/>
                  <a:pt x="7699" y="3127"/>
                  <a:pt x="7657" y="3127"/>
                </a:cubicBezTo>
                <a:close/>
                <a:moveTo>
                  <a:pt x="7217" y="3127"/>
                </a:moveTo>
                <a:cubicBezTo>
                  <a:pt x="7201" y="3127"/>
                  <a:pt x="7187" y="3131"/>
                  <a:pt x="7175" y="3139"/>
                </a:cubicBezTo>
                <a:cubicBezTo>
                  <a:pt x="7163" y="3147"/>
                  <a:pt x="7149" y="3163"/>
                  <a:pt x="7134" y="3188"/>
                </a:cubicBezTo>
                <a:lnTo>
                  <a:pt x="7134" y="3136"/>
                </a:lnTo>
                <a:lnTo>
                  <a:pt x="7045" y="3136"/>
                </a:lnTo>
                <a:lnTo>
                  <a:pt x="7045" y="3499"/>
                </a:lnTo>
                <a:lnTo>
                  <a:pt x="7141" y="3499"/>
                </a:lnTo>
                <a:lnTo>
                  <a:pt x="7141" y="3387"/>
                </a:lnTo>
                <a:cubicBezTo>
                  <a:pt x="7141" y="3325"/>
                  <a:pt x="7144" y="3284"/>
                  <a:pt x="7149" y="3264"/>
                </a:cubicBezTo>
                <a:cubicBezTo>
                  <a:pt x="7154" y="3245"/>
                  <a:pt x="7162" y="3232"/>
                  <a:pt x="7171" y="3224"/>
                </a:cubicBezTo>
                <a:cubicBezTo>
                  <a:pt x="7180" y="3217"/>
                  <a:pt x="7192" y="3213"/>
                  <a:pt x="7205" y="3213"/>
                </a:cubicBezTo>
                <a:cubicBezTo>
                  <a:pt x="7219" y="3213"/>
                  <a:pt x="7234" y="3218"/>
                  <a:pt x="7251" y="3229"/>
                </a:cubicBezTo>
                <a:lnTo>
                  <a:pt x="7280" y="3145"/>
                </a:lnTo>
                <a:cubicBezTo>
                  <a:pt x="7260" y="3133"/>
                  <a:pt x="7239" y="3127"/>
                  <a:pt x="7217" y="3127"/>
                </a:cubicBezTo>
                <a:close/>
                <a:moveTo>
                  <a:pt x="6357" y="3127"/>
                </a:moveTo>
                <a:cubicBezTo>
                  <a:pt x="6322" y="3127"/>
                  <a:pt x="6289" y="3135"/>
                  <a:pt x="6261" y="3151"/>
                </a:cubicBezTo>
                <a:cubicBezTo>
                  <a:pt x="6232" y="3166"/>
                  <a:pt x="6209" y="3189"/>
                  <a:pt x="6194" y="3219"/>
                </a:cubicBezTo>
                <a:cubicBezTo>
                  <a:pt x="6178" y="3249"/>
                  <a:pt x="6170" y="3280"/>
                  <a:pt x="6170" y="3312"/>
                </a:cubicBezTo>
                <a:cubicBezTo>
                  <a:pt x="6170" y="3354"/>
                  <a:pt x="6178" y="3390"/>
                  <a:pt x="6194" y="3419"/>
                </a:cubicBezTo>
                <a:cubicBezTo>
                  <a:pt x="6209" y="3448"/>
                  <a:pt x="6232" y="3470"/>
                  <a:pt x="6263" y="3485"/>
                </a:cubicBezTo>
                <a:cubicBezTo>
                  <a:pt x="6293" y="3500"/>
                  <a:pt x="6325" y="3508"/>
                  <a:pt x="6358" y="3508"/>
                </a:cubicBezTo>
                <a:cubicBezTo>
                  <a:pt x="6412" y="3508"/>
                  <a:pt x="6456" y="3490"/>
                  <a:pt x="6492" y="3454"/>
                </a:cubicBezTo>
                <a:cubicBezTo>
                  <a:pt x="6527" y="3417"/>
                  <a:pt x="6545" y="3372"/>
                  <a:pt x="6545" y="3316"/>
                </a:cubicBezTo>
                <a:cubicBezTo>
                  <a:pt x="6545" y="3262"/>
                  <a:pt x="6527" y="3217"/>
                  <a:pt x="6492" y="3181"/>
                </a:cubicBezTo>
                <a:cubicBezTo>
                  <a:pt x="6457" y="3145"/>
                  <a:pt x="6412" y="3127"/>
                  <a:pt x="6357" y="3127"/>
                </a:cubicBezTo>
                <a:close/>
                <a:moveTo>
                  <a:pt x="5506" y="3127"/>
                </a:moveTo>
                <a:cubicBezTo>
                  <a:pt x="5490" y="3127"/>
                  <a:pt x="5476" y="3131"/>
                  <a:pt x="5464" y="3139"/>
                </a:cubicBezTo>
                <a:cubicBezTo>
                  <a:pt x="5452" y="3147"/>
                  <a:pt x="5438" y="3163"/>
                  <a:pt x="5423" y="3188"/>
                </a:cubicBezTo>
                <a:lnTo>
                  <a:pt x="5423" y="3136"/>
                </a:lnTo>
                <a:lnTo>
                  <a:pt x="5334" y="3136"/>
                </a:lnTo>
                <a:lnTo>
                  <a:pt x="5334" y="3499"/>
                </a:lnTo>
                <a:lnTo>
                  <a:pt x="5430" y="3499"/>
                </a:lnTo>
                <a:lnTo>
                  <a:pt x="5430" y="3387"/>
                </a:lnTo>
                <a:cubicBezTo>
                  <a:pt x="5430" y="3325"/>
                  <a:pt x="5433" y="3284"/>
                  <a:pt x="5438" y="3264"/>
                </a:cubicBezTo>
                <a:cubicBezTo>
                  <a:pt x="5443" y="3245"/>
                  <a:pt x="5451" y="3232"/>
                  <a:pt x="5460" y="3224"/>
                </a:cubicBezTo>
                <a:cubicBezTo>
                  <a:pt x="5469" y="3217"/>
                  <a:pt x="5481" y="3213"/>
                  <a:pt x="5494" y="3213"/>
                </a:cubicBezTo>
                <a:cubicBezTo>
                  <a:pt x="5508" y="3213"/>
                  <a:pt x="5523" y="3218"/>
                  <a:pt x="5540" y="3229"/>
                </a:cubicBezTo>
                <a:lnTo>
                  <a:pt x="5569" y="3145"/>
                </a:lnTo>
                <a:cubicBezTo>
                  <a:pt x="5549" y="3133"/>
                  <a:pt x="5528" y="3127"/>
                  <a:pt x="5506" y="3127"/>
                </a:cubicBezTo>
                <a:close/>
                <a:moveTo>
                  <a:pt x="5074" y="3127"/>
                </a:moveTo>
                <a:cubicBezTo>
                  <a:pt x="5039" y="3127"/>
                  <a:pt x="5006" y="3135"/>
                  <a:pt x="4978" y="3151"/>
                </a:cubicBezTo>
                <a:cubicBezTo>
                  <a:pt x="4949" y="3166"/>
                  <a:pt x="4926" y="3189"/>
                  <a:pt x="4911" y="3219"/>
                </a:cubicBezTo>
                <a:cubicBezTo>
                  <a:pt x="4895" y="3249"/>
                  <a:pt x="4887" y="3280"/>
                  <a:pt x="4887" y="3312"/>
                </a:cubicBezTo>
                <a:cubicBezTo>
                  <a:pt x="4887" y="3354"/>
                  <a:pt x="4895" y="3390"/>
                  <a:pt x="4911" y="3419"/>
                </a:cubicBezTo>
                <a:cubicBezTo>
                  <a:pt x="4926" y="3448"/>
                  <a:pt x="4949" y="3470"/>
                  <a:pt x="4980" y="3485"/>
                </a:cubicBezTo>
                <a:cubicBezTo>
                  <a:pt x="5010" y="3500"/>
                  <a:pt x="5042" y="3508"/>
                  <a:pt x="5075" y="3508"/>
                </a:cubicBezTo>
                <a:cubicBezTo>
                  <a:pt x="5129" y="3508"/>
                  <a:pt x="5173" y="3490"/>
                  <a:pt x="5209" y="3454"/>
                </a:cubicBezTo>
                <a:cubicBezTo>
                  <a:pt x="5244" y="3417"/>
                  <a:pt x="5262" y="3372"/>
                  <a:pt x="5262" y="3316"/>
                </a:cubicBezTo>
                <a:cubicBezTo>
                  <a:pt x="5262" y="3262"/>
                  <a:pt x="5244" y="3217"/>
                  <a:pt x="5209" y="3181"/>
                </a:cubicBezTo>
                <a:cubicBezTo>
                  <a:pt x="5174" y="3145"/>
                  <a:pt x="5129" y="3127"/>
                  <a:pt x="5074" y="3127"/>
                </a:cubicBezTo>
                <a:close/>
                <a:moveTo>
                  <a:pt x="3791" y="3127"/>
                </a:moveTo>
                <a:cubicBezTo>
                  <a:pt x="3756" y="3127"/>
                  <a:pt x="3723" y="3135"/>
                  <a:pt x="3695" y="3151"/>
                </a:cubicBezTo>
                <a:cubicBezTo>
                  <a:pt x="3666" y="3166"/>
                  <a:pt x="3643" y="3189"/>
                  <a:pt x="3628" y="3219"/>
                </a:cubicBezTo>
                <a:cubicBezTo>
                  <a:pt x="3612" y="3249"/>
                  <a:pt x="3604" y="3280"/>
                  <a:pt x="3604" y="3312"/>
                </a:cubicBezTo>
                <a:cubicBezTo>
                  <a:pt x="3604" y="3354"/>
                  <a:pt x="3612" y="3390"/>
                  <a:pt x="3628" y="3419"/>
                </a:cubicBezTo>
                <a:cubicBezTo>
                  <a:pt x="3643" y="3448"/>
                  <a:pt x="3666" y="3470"/>
                  <a:pt x="3697" y="3485"/>
                </a:cubicBezTo>
                <a:cubicBezTo>
                  <a:pt x="3727" y="3500"/>
                  <a:pt x="3759" y="3508"/>
                  <a:pt x="3792" y="3508"/>
                </a:cubicBezTo>
                <a:cubicBezTo>
                  <a:pt x="3846" y="3508"/>
                  <a:pt x="3890" y="3490"/>
                  <a:pt x="3926" y="3454"/>
                </a:cubicBezTo>
                <a:cubicBezTo>
                  <a:pt x="3961" y="3417"/>
                  <a:pt x="3979" y="3372"/>
                  <a:pt x="3979" y="3316"/>
                </a:cubicBezTo>
                <a:cubicBezTo>
                  <a:pt x="3979" y="3262"/>
                  <a:pt x="3961" y="3217"/>
                  <a:pt x="3926" y="3181"/>
                </a:cubicBezTo>
                <a:cubicBezTo>
                  <a:pt x="3891" y="3145"/>
                  <a:pt x="3846" y="3127"/>
                  <a:pt x="3791" y="3127"/>
                </a:cubicBezTo>
                <a:close/>
                <a:moveTo>
                  <a:pt x="2435" y="3127"/>
                </a:moveTo>
                <a:cubicBezTo>
                  <a:pt x="2387" y="3127"/>
                  <a:pt x="2347" y="3148"/>
                  <a:pt x="2315" y="3189"/>
                </a:cubicBezTo>
                <a:lnTo>
                  <a:pt x="2315" y="3136"/>
                </a:lnTo>
                <a:lnTo>
                  <a:pt x="2226" y="3136"/>
                </a:lnTo>
                <a:lnTo>
                  <a:pt x="2226" y="3499"/>
                </a:lnTo>
                <a:lnTo>
                  <a:pt x="2322" y="3499"/>
                </a:lnTo>
                <a:lnTo>
                  <a:pt x="2322" y="3334"/>
                </a:lnTo>
                <a:cubicBezTo>
                  <a:pt x="2322" y="3293"/>
                  <a:pt x="2324" y="3265"/>
                  <a:pt x="2329" y="3250"/>
                </a:cubicBezTo>
                <a:cubicBezTo>
                  <a:pt x="2334" y="3235"/>
                  <a:pt x="2343" y="3223"/>
                  <a:pt x="2357" y="3214"/>
                </a:cubicBezTo>
                <a:cubicBezTo>
                  <a:pt x="2370" y="3205"/>
                  <a:pt x="2385" y="3200"/>
                  <a:pt x="2401" y="3200"/>
                </a:cubicBezTo>
                <a:cubicBezTo>
                  <a:pt x="2414" y="3200"/>
                  <a:pt x="2426" y="3203"/>
                  <a:pt x="2435" y="3210"/>
                </a:cubicBezTo>
                <a:cubicBezTo>
                  <a:pt x="2444" y="3216"/>
                  <a:pt x="2451" y="3225"/>
                  <a:pt x="2455" y="3237"/>
                </a:cubicBezTo>
                <a:cubicBezTo>
                  <a:pt x="2459" y="3248"/>
                  <a:pt x="2461" y="3274"/>
                  <a:pt x="2461" y="3313"/>
                </a:cubicBezTo>
                <a:lnTo>
                  <a:pt x="2461" y="3499"/>
                </a:lnTo>
                <a:lnTo>
                  <a:pt x="2557" y="3499"/>
                </a:lnTo>
                <a:lnTo>
                  <a:pt x="2557" y="3273"/>
                </a:lnTo>
                <a:cubicBezTo>
                  <a:pt x="2557" y="3245"/>
                  <a:pt x="2555" y="3223"/>
                  <a:pt x="2552" y="3208"/>
                </a:cubicBezTo>
                <a:cubicBezTo>
                  <a:pt x="2548" y="3193"/>
                  <a:pt x="2542" y="3180"/>
                  <a:pt x="2533" y="3168"/>
                </a:cubicBezTo>
                <a:cubicBezTo>
                  <a:pt x="2524" y="3156"/>
                  <a:pt x="2511" y="3146"/>
                  <a:pt x="2493" y="3138"/>
                </a:cubicBezTo>
                <a:cubicBezTo>
                  <a:pt x="2475" y="3131"/>
                  <a:pt x="2456" y="3127"/>
                  <a:pt x="2435" y="3127"/>
                </a:cubicBezTo>
                <a:close/>
                <a:moveTo>
                  <a:pt x="1980" y="3127"/>
                </a:moveTo>
                <a:cubicBezTo>
                  <a:pt x="1933" y="3127"/>
                  <a:pt x="1897" y="3135"/>
                  <a:pt x="1873" y="3152"/>
                </a:cubicBezTo>
                <a:cubicBezTo>
                  <a:pt x="1850" y="3169"/>
                  <a:pt x="1833" y="3195"/>
                  <a:pt x="1823" y="3230"/>
                </a:cubicBezTo>
                <a:lnTo>
                  <a:pt x="1909" y="3246"/>
                </a:lnTo>
                <a:cubicBezTo>
                  <a:pt x="1915" y="3229"/>
                  <a:pt x="1923" y="3217"/>
                  <a:pt x="1932" y="3210"/>
                </a:cubicBezTo>
                <a:cubicBezTo>
                  <a:pt x="1942" y="3203"/>
                  <a:pt x="1955" y="3200"/>
                  <a:pt x="1972" y="3200"/>
                </a:cubicBezTo>
                <a:cubicBezTo>
                  <a:pt x="1998" y="3200"/>
                  <a:pt x="2015" y="3204"/>
                  <a:pt x="2024" y="3212"/>
                </a:cubicBezTo>
                <a:cubicBezTo>
                  <a:pt x="2033" y="3220"/>
                  <a:pt x="2038" y="3233"/>
                  <a:pt x="2038" y="3251"/>
                </a:cubicBezTo>
                <a:lnTo>
                  <a:pt x="2038" y="3261"/>
                </a:lnTo>
                <a:cubicBezTo>
                  <a:pt x="2021" y="3268"/>
                  <a:pt x="1990" y="3276"/>
                  <a:pt x="1945" y="3285"/>
                </a:cubicBezTo>
                <a:cubicBezTo>
                  <a:pt x="1912" y="3291"/>
                  <a:pt x="1886" y="3299"/>
                  <a:pt x="1869" y="3307"/>
                </a:cubicBezTo>
                <a:cubicBezTo>
                  <a:pt x="1851" y="3316"/>
                  <a:pt x="1837" y="3328"/>
                  <a:pt x="1828" y="3345"/>
                </a:cubicBezTo>
                <a:cubicBezTo>
                  <a:pt x="1818" y="3361"/>
                  <a:pt x="1813" y="3379"/>
                  <a:pt x="1813" y="3400"/>
                </a:cubicBezTo>
                <a:cubicBezTo>
                  <a:pt x="1813" y="3431"/>
                  <a:pt x="1824" y="3457"/>
                  <a:pt x="1845" y="3477"/>
                </a:cubicBezTo>
                <a:cubicBezTo>
                  <a:pt x="1867" y="3498"/>
                  <a:pt x="1896" y="3508"/>
                  <a:pt x="1933" y="3508"/>
                </a:cubicBezTo>
                <a:cubicBezTo>
                  <a:pt x="1954" y="3508"/>
                  <a:pt x="1974" y="3504"/>
                  <a:pt x="1993" y="3496"/>
                </a:cubicBezTo>
                <a:cubicBezTo>
                  <a:pt x="2012" y="3488"/>
                  <a:pt x="2029" y="3476"/>
                  <a:pt x="2045" y="3460"/>
                </a:cubicBezTo>
                <a:cubicBezTo>
                  <a:pt x="2046" y="3461"/>
                  <a:pt x="2047" y="3465"/>
                  <a:pt x="2049" y="3471"/>
                </a:cubicBezTo>
                <a:cubicBezTo>
                  <a:pt x="2052" y="3483"/>
                  <a:pt x="2056" y="3493"/>
                  <a:pt x="2058" y="3499"/>
                </a:cubicBezTo>
                <a:lnTo>
                  <a:pt x="2153" y="3499"/>
                </a:lnTo>
                <a:cubicBezTo>
                  <a:pt x="2145" y="3482"/>
                  <a:pt x="2139" y="3465"/>
                  <a:pt x="2136" y="3450"/>
                </a:cubicBezTo>
                <a:cubicBezTo>
                  <a:pt x="2133" y="3435"/>
                  <a:pt x="2131" y="3411"/>
                  <a:pt x="2131" y="3379"/>
                </a:cubicBezTo>
                <a:lnTo>
                  <a:pt x="2132" y="3267"/>
                </a:lnTo>
                <a:cubicBezTo>
                  <a:pt x="2132" y="3225"/>
                  <a:pt x="2128" y="3197"/>
                  <a:pt x="2119" y="3181"/>
                </a:cubicBezTo>
                <a:cubicBezTo>
                  <a:pt x="2111" y="3165"/>
                  <a:pt x="2096" y="3152"/>
                  <a:pt x="2075" y="3142"/>
                </a:cubicBezTo>
                <a:cubicBezTo>
                  <a:pt x="2054" y="3132"/>
                  <a:pt x="2022" y="3127"/>
                  <a:pt x="1980" y="3127"/>
                </a:cubicBezTo>
                <a:close/>
                <a:moveTo>
                  <a:pt x="9288" y="3008"/>
                </a:moveTo>
                <a:lnTo>
                  <a:pt x="9192" y="3064"/>
                </a:lnTo>
                <a:lnTo>
                  <a:pt x="9192" y="3136"/>
                </a:lnTo>
                <a:lnTo>
                  <a:pt x="9148" y="3136"/>
                </a:lnTo>
                <a:lnTo>
                  <a:pt x="9148" y="3213"/>
                </a:lnTo>
                <a:lnTo>
                  <a:pt x="9192" y="3213"/>
                </a:lnTo>
                <a:lnTo>
                  <a:pt x="9192" y="3371"/>
                </a:lnTo>
                <a:cubicBezTo>
                  <a:pt x="9192" y="3405"/>
                  <a:pt x="9193" y="3428"/>
                  <a:pt x="9195" y="3439"/>
                </a:cubicBezTo>
                <a:cubicBezTo>
                  <a:pt x="9198" y="3455"/>
                  <a:pt x="9202" y="3467"/>
                  <a:pt x="9208" y="3477"/>
                </a:cubicBezTo>
                <a:cubicBezTo>
                  <a:pt x="9215" y="3486"/>
                  <a:pt x="9225" y="3493"/>
                  <a:pt x="9239" y="3499"/>
                </a:cubicBezTo>
                <a:cubicBezTo>
                  <a:pt x="9253" y="3505"/>
                  <a:pt x="9268" y="3508"/>
                  <a:pt x="9286" y="3508"/>
                </a:cubicBezTo>
                <a:cubicBezTo>
                  <a:pt x="9314" y="3508"/>
                  <a:pt x="9339" y="3503"/>
                  <a:pt x="9361" y="3494"/>
                </a:cubicBezTo>
                <a:lnTo>
                  <a:pt x="9353" y="3419"/>
                </a:lnTo>
                <a:cubicBezTo>
                  <a:pt x="9336" y="3425"/>
                  <a:pt x="9323" y="3428"/>
                  <a:pt x="9314" y="3428"/>
                </a:cubicBezTo>
                <a:cubicBezTo>
                  <a:pt x="9308" y="3428"/>
                  <a:pt x="9303" y="3426"/>
                  <a:pt x="9298" y="3423"/>
                </a:cubicBezTo>
                <a:cubicBezTo>
                  <a:pt x="9294" y="3420"/>
                  <a:pt x="9291" y="3416"/>
                  <a:pt x="9290" y="3411"/>
                </a:cubicBezTo>
                <a:cubicBezTo>
                  <a:pt x="9289" y="3406"/>
                  <a:pt x="9288" y="3389"/>
                  <a:pt x="9288" y="3359"/>
                </a:cubicBezTo>
                <a:lnTo>
                  <a:pt x="9288" y="3213"/>
                </a:lnTo>
                <a:lnTo>
                  <a:pt x="9354" y="3213"/>
                </a:lnTo>
                <a:lnTo>
                  <a:pt x="9354" y="3136"/>
                </a:lnTo>
                <a:lnTo>
                  <a:pt x="9288" y="3136"/>
                </a:lnTo>
                <a:lnTo>
                  <a:pt x="9288" y="3008"/>
                </a:lnTo>
                <a:close/>
                <a:moveTo>
                  <a:pt x="8238" y="3008"/>
                </a:moveTo>
                <a:lnTo>
                  <a:pt x="8142" y="3064"/>
                </a:lnTo>
                <a:lnTo>
                  <a:pt x="8142" y="3136"/>
                </a:lnTo>
                <a:lnTo>
                  <a:pt x="8098" y="3136"/>
                </a:lnTo>
                <a:lnTo>
                  <a:pt x="8098" y="3213"/>
                </a:lnTo>
                <a:lnTo>
                  <a:pt x="8142" y="3213"/>
                </a:lnTo>
                <a:lnTo>
                  <a:pt x="8142" y="3371"/>
                </a:lnTo>
                <a:cubicBezTo>
                  <a:pt x="8142" y="3405"/>
                  <a:pt x="8143" y="3428"/>
                  <a:pt x="8145" y="3439"/>
                </a:cubicBezTo>
                <a:cubicBezTo>
                  <a:pt x="8148" y="3455"/>
                  <a:pt x="8152" y="3467"/>
                  <a:pt x="8158" y="3477"/>
                </a:cubicBezTo>
                <a:cubicBezTo>
                  <a:pt x="8165" y="3486"/>
                  <a:pt x="8175" y="3493"/>
                  <a:pt x="8189" y="3499"/>
                </a:cubicBezTo>
                <a:cubicBezTo>
                  <a:pt x="8203" y="3505"/>
                  <a:pt x="8218" y="3508"/>
                  <a:pt x="8236" y="3508"/>
                </a:cubicBezTo>
                <a:cubicBezTo>
                  <a:pt x="8264" y="3508"/>
                  <a:pt x="8289" y="3503"/>
                  <a:pt x="8311" y="3494"/>
                </a:cubicBezTo>
                <a:lnTo>
                  <a:pt x="8303" y="3419"/>
                </a:lnTo>
                <a:cubicBezTo>
                  <a:pt x="8286" y="3425"/>
                  <a:pt x="8273" y="3428"/>
                  <a:pt x="8264" y="3428"/>
                </a:cubicBezTo>
                <a:cubicBezTo>
                  <a:pt x="8258" y="3428"/>
                  <a:pt x="8253" y="3426"/>
                  <a:pt x="8248" y="3423"/>
                </a:cubicBezTo>
                <a:cubicBezTo>
                  <a:pt x="8244" y="3420"/>
                  <a:pt x="8241" y="3416"/>
                  <a:pt x="8240" y="3411"/>
                </a:cubicBezTo>
                <a:cubicBezTo>
                  <a:pt x="8239" y="3406"/>
                  <a:pt x="8238" y="3389"/>
                  <a:pt x="8238" y="3359"/>
                </a:cubicBezTo>
                <a:lnTo>
                  <a:pt x="8238" y="3213"/>
                </a:lnTo>
                <a:lnTo>
                  <a:pt x="8304" y="3213"/>
                </a:lnTo>
                <a:lnTo>
                  <a:pt x="8304" y="3136"/>
                </a:lnTo>
                <a:lnTo>
                  <a:pt x="8238" y="3136"/>
                </a:lnTo>
                <a:lnTo>
                  <a:pt x="8238" y="3008"/>
                </a:lnTo>
                <a:close/>
                <a:moveTo>
                  <a:pt x="8005" y="3008"/>
                </a:moveTo>
                <a:lnTo>
                  <a:pt x="7909" y="3064"/>
                </a:lnTo>
                <a:lnTo>
                  <a:pt x="7909" y="3136"/>
                </a:lnTo>
                <a:lnTo>
                  <a:pt x="7865" y="3136"/>
                </a:lnTo>
                <a:lnTo>
                  <a:pt x="7865" y="3213"/>
                </a:lnTo>
                <a:lnTo>
                  <a:pt x="7909" y="3213"/>
                </a:lnTo>
                <a:lnTo>
                  <a:pt x="7909" y="3371"/>
                </a:lnTo>
                <a:cubicBezTo>
                  <a:pt x="7909" y="3405"/>
                  <a:pt x="7910" y="3428"/>
                  <a:pt x="7912" y="3439"/>
                </a:cubicBezTo>
                <a:cubicBezTo>
                  <a:pt x="7915" y="3455"/>
                  <a:pt x="7919" y="3467"/>
                  <a:pt x="7925" y="3477"/>
                </a:cubicBezTo>
                <a:cubicBezTo>
                  <a:pt x="7932" y="3486"/>
                  <a:pt x="7942" y="3493"/>
                  <a:pt x="7956" y="3499"/>
                </a:cubicBezTo>
                <a:cubicBezTo>
                  <a:pt x="7970" y="3505"/>
                  <a:pt x="7985" y="3508"/>
                  <a:pt x="8003" y="3508"/>
                </a:cubicBezTo>
                <a:cubicBezTo>
                  <a:pt x="8031" y="3508"/>
                  <a:pt x="8056" y="3503"/>
                  <a:pt x="8078" y="3494"/>
                </a:cubicBezTo>
                <a:lnTo>
                  <a:pt x="8070" y="3419"/>
                </a:lnTo>
                <a:cubicBezTo>
                  <a:pt x="8053" y="3425"/>
                  <a:pt x="8040" y="3428"/>
                  <a:pt x="8031" y="3428"/>
                </a:cubicBezTo>
                <a:cubicBezTo>
                  <a:pt x="8025" y="3428"/>
                  <a:pt x="8020" y="3426"/>
                  <a:pt x="8015" y="3423"/>
                </a:cubicBezTo>
                <a:cubicBezTo>
                  <a:pt x="8011" y="3420"/>
                  <a:pt x="8008" y="3416"/>
                  <a:pt x="8007" y="3411"/>
                </a:cubicBezTo>
                <a:cubicBezTo>
                  <a:pt x="8006" y="3406"/>
                  <a:pt x="8005" y="3389"/>
                  <a:pt x="8005" y="3359"/>
                </a:cubicBezTo>
                <a:lnTo>
                  <a:pt x="8005" y="3213"/>
                </a:lnTo>
                <a:lnTo>
                  <a:pt x="8071" y="3213"/>
                </a:lnTo>
                <a:lnTo>
                  <a:pt x="8071" y="3136"/>
                </a:lnTo>
                <a:lnTo>
                  <a:pt x="8005" y="3136"/>
                </a:lnTo>
                <a:lnTo>
                  <a:pt x="8005" y="3008"/>
                </a:lnTo>
                <a:close/>
                <a:moveTo>
                  <a:pt x="9419" y="2998"/>
                </a:moveTo>
                <a:lnTo>
                  <a:pt x="9419" y="3087"/>
                </a:lnTo>
                <a:lnTo>
                  <a:pt x="9515" y="3087"/>
                </a:lnTo>
                <a:lnTo>
                  <a:pt x="9515" y="2998"/>
                </a:lnTo>
                <a:lnTo>
                  <a:pt x="9419" y="2998"/>
                </a:lnTo>
                <a:close/>
                <a:moveTo>
                  <a:pt x="2652" y="2998"/>
                </a:moveTo>
                <a:lnTo>
                  <a:pt x="2652" y="3499"/>
                </a:lnTo>
                <a:lnTo>
                  <a:pt x="2748" y="3499"/>
                </a:lnTo>
                <a:lnTo>
                  <a:pt x="2748" y="3383"/>
                </a:lnTo>
                <a:lnTo>
                  <a:pt x="2792" y="3335"/>
                </a:lnTo>
                <a:lnTo>
                  <a:pt x="2884" y="3499"/>
                </a:lnTo>
                <a:lnTo>
                  <a:pt x="2988" y="3499"/>
                </a:lnTo>
                <a:lnTo>
                  <a:pt x="2855" y="3269"/>
                </a:lnTo>
                <a:lnTo>
                  <a:pt x="2979" y="3136"/>
                </a:lnTo>
                <a:lnTo>
                  <a:pt x="2861" y="3136"/>
                </a:lnTo>
                <a:lnTo>
                  <a:pt x="2748" y="3264"/>
                </a:lnTo>
                <a:lnTo>
                  <a:pt x="2748" y="2998"/>
                </a:lnTo>
                <a:lnTo>
                  <a:pt x="2652" y="2998"/>
                </a:lnTo>
                <a:close/>
                <a:moveTo>
                  <a:pt x="1409" y="2998"/>
                </a:moveTo>
                <a:lnTo>
                  <a:pt x="1409" y="3499"/>
                </a:lnTo>
                <a:lnTo>
                  <a:pt x="1505" y="3499"/>
                </a:lnTo>
                <a:lnTo>
                  <a:pt x="1505" y="3316"/>
                </a:lnTo>
                <a:cubicBezTo>
                  <a:pt x="1505" y="3286"/>
                  <a:pt x="1508" y="3263"/>
                  <a:pt x="1514" y="3247"/>
                </a:cubicBezTo>
                <a:cubicBezTo>
                  <a:pt x="1520" y="3231"/>
                  <a:pt x="1529" y="3219"/>
                  <a:pt x="1541" y="3212"/>
                </a:cubicBezTo>
                <a:cubicBezTo>
                  <a:pt x="1554" y="3204"/>
                  <a:pt x="1568" y="3200"/>
                  <a:pt x="1584" y="3200"/>
                </a:cubicBezTo>
                <a:cubicBezTo>
                  <a:pt x="1598" y="3200"/>
                  <a:pt x="1610" y="3203"/>
                  <a:pt x="1619" y="3209"/>
                </a:cubicBezTo>
                <a:cubicBezTo>
                  <a:pt x="1628" y="3215"/>
                  <a:pt x="1635" y="3223"/>
                  <a:pt x="1639" y="3234"/>
                </a:cubicBezTo>
                <a:cubicBezTo>
                  <a:pt x="1642" y="3244"/>
                  <a:pt x="1644" y="3268"/>
                  <a:pt x="1644" y="3306"/>
                </a:cubicBezTo>
                <a:lnTo>
                  <a:pt x="1644" y="3499"/>
                </a:lnTo>
                <a:lnTo>
                  <a:pt x="1740" y="3499"/>
                </a:lnTo>
                <a:lnTo>
                  <a:pt x="1740" y="3286"/>
                </a:lnTo>
                <a:cubicBezTo>
                  <a:pt x="1740" y="3253"/>
                  <a:pt x="1738" y="3229"/>
                  <a:pt x="1735" y="3213"/>
                </a:cubicBezTo>
                <a:cubicBezTo>
                  <a:pt x="1732" y="3198"/>
                  <a:pt x="1726" y="3184"/>
                  <a:pt x="1717" y="3171"/>
                </a:cubicBezTo>
                <a:cubicBezTo>
                  <a:pt x="1708" y="3158"/>
                  <a:pt x="1694" y="3148"/>
                  <a:pt x="1676" y="3139"/>
                </a:cubicBezTo>
                <a:cubicBezTo>
                  <a:pt x="1658" y="3131"/>
                  <a:pt x="1638" y="3127"/>
                  <a:pt x="1616" y="3127"/>
                </a:cubicBezTo>
                <a:cubicBezTo>
                  <a:pt x="1573" y="3127"/>
                  <a:pt x="1536" y="3145"/>
                  <a:pt x="1505" y="3182"/>
                </a:cubicBezTo>
                <a:lnTo>
                  <a:pt x="1505" y="2998"/>
                </a:lnTo>
                <a:lnTo>
                  <a:pt x="1409" y="2998"/>
                </a:lnTo>
                <a:close/>
                <a:moveTo>
                  <a:pt x="948" y="2998"/>
                </a:moveTo>
                <a:lnTo>
                  <a:pt x="948" y="3083"/>
                </a:lnTo>
                <a:lnTo>
                  <a:pt x="1096" y="3083"/>
                </a:lnTo>
                <a:lnTo>
                  <a:pt x="1096" y="3499"/>
                </a:lnTo>
                <a:lnTo>
                  <a:pt x="1197" y="3499"/>
                </a:lnTo>
                <a:lnTo>
                  <a:pt x="1197" y="3083"/>
                </a:lnTo>
                <a:lnTo>
                  <a:pt x="1345" y="3083"/>
                </a:lnTo>
                <a:lnTo>
                  <a:pt x="1345" y="2998"/>
                </a:lnTo>
                <a:lnTo>
                  <a:pt x="948" y="2998"/>
                </a:lnTo>
                <a:close/>
                <a:moveTo>
                  <a:pt x="4800" y="2989"/>
                </a:moveTo>
                <a:cubicBezTo>
                  <a:pt x="4774" y="2989"/>
                  <a:pt x="4751" y="2994"/>
                  <a:pt x="4734" y="3003"/>
                </a:cubicBezTo>
                <a:cubicBezTo>
                  <a:pt x="4716" y="3013"/>
                  <a:pt x="4704" y="3025"/>
                  <a:pt x="4698" y="3040"/>
                </a:cubicBezTo>
                <a:cubicBezTo>
                  <a:pt x="4691" y="3055"/>
                  <a:pt x="4688" y="3078"/>
                  <a:pt x="4688" y="3109"/>
                </a:cubicBezTo>
                <a:lnTo>
                  <a:pt x="4688" y="3136"/>
                </a:lnTo>
                <a:lnTo>
                  <a:pt x="4635" y="3136"/>
                </a:lnTo>
                <a:lnTo>
                  <a:pt x="4635" y="3212"/>
                </a:lnTo>
                <a:lnTo>
                  <a:pt x="4688" y="3212"/>
                </a:lnTo>
                <a:lnTo>
                  <a:pt x="4688" y="3499"/>
                </a:lnTo>
                <a:lnTo>
                  <a:pt x="4784" y="3499"/>
                </a:lnTo>
                <a:lnTo>
                  <a:pt x="4784" y="3212"/>
                </a:lnTo>
                <a:lnTo>
                  <a:pt x="4856" y="3212"/>
                </a:lnTo>
                <a:lnTo>
                  <a:pt x="4856" y="3136"/>
                </a:lnTo>
                <a:lnTo>
                  <a:pt x="4784" y="3136"/>
                </a:lnTo>
                <a:lnTo>
                  <a:pt x="4784" y="3110"/>
                </a:lnTo>
                <a:cubicBezTo>
                  <a:pt x="4784" y="3091"/>
                  <a:pt x="4787" y="3078"/>
                  <a:pt x="4793" y="3072"/>
                </a:cubicBezTo>
                <a:cubicBezTo>
                  <a:pt x="4799" y="3065"/>
                  <a:pt x="4810" y="3062"/>
                  <a:pt x="4824" y="3062"/>
                </a:cubicBezTo>
                <a:cubicBezTo>
                  <a:pt x="4838" y="3062"/>
                  <a:pt x="4853" y="3064"/>
                  <a:pt x="4869" y="3067"/>
                </a:cubicBezTo>
                <a:lnTo>
                  <a:pt x="4881" y="3001"/>
                </a:lnTo>
                <a:cubicBezTo>
                  <a:pt x="4855" y="2993"/>
                  <a:pt x="4828" y="2989"/>
                  <a:pt x="4800" y="2989"/>
                </a:cubicBezTo>
                <a:close/>
                <a:moveTo>
                  <a:pt x="9505" y="1617"/>
                </a:moveTo>
                <a:cubicBezTo>
                  <a:pt x="9487" y="1617"/>
                  <a:pt x="9473" y="1621"/>
                  <a:pt x="9463" y="1629"/>
                </a:cubicBezTo>
                <a:cubicBezTo>
                  <a:pt x="9459" y="1632"/>
                  <a:pt x="9454" y="1636"/>
                  <a:pt x="9449" y="1639"/>
                </a:cubicBezTo>
                <a:cubicBezTo>
                  <a:pt x="9417" y="1661"/>
                  <a:pt x="9402" y="1681"/>
                  <a:pt x="9402" y="1699"/>
                </a:cubicBezTo>
                <a:cubicBezTo>
                  <a:pt x="9402" y="1720"/>
                  <a:pt x="9410" y="1739"/>
                  <a:pt x="9427" y="1753"/>
                </a:cubicBezTo>
                <a:cubicBezTo>
                  <a:pt x="9444" y="1768"/>
                  <a:pt x="9464" y="1775"/>
                  <a:pt x="9489" y="1775"/>
                </a:cubicBezTo>
                <a:cubicBezTo>
                  <a:pt x="9512" y="1775"/>
                  <a:pt x="9538" y="1766"/>
                  <a:pt x="9565" y="1749"/>
                </a:cubicBezTo>
                <a:cubicBezTo>
                  <a:pt x="9592" y="1731"/>
                  <a:pt x="9606" y="1711"/>
                  <a:pt x="9606" y="1686"/>
                </a:cubicBezTo>
                <a:cubicBezTo>
                  <a:pt x="9606" y="1655"/>
                  <a:pt x="9588" y="1639"/>
                  <a:pt x="9552" y="1636"/>
                </a:cubicBezTo>
                <a:cubicBezTo>
                  <a:pt x="9533" y="1623"/>
                  <a:pt x="9517" y="1617"/>
                  <a:pt x="9505" y="1617"/>
                </a:cubicBezTo>
                <a:close/>
                <a:moveTo>
                  <a:pt x="7257" y="1236"/>
                </a:moveTo>
                <a:cubicBezTo>
                  <a:pt x="7287" y="1236"/>
                  <a:pt x="7311" y="1249"/>
                  <a:pt x="7328" y="1275"/>
                </a:cubicBezTo>
                <a:cubicBezTo>
                  <a:pt x="7345" y="1301"/>
                  <a:pt x="7353" y="1334"/>
                  <a:pt x="7353" y="1375"/>
                </a:cubicBezTo>
                <a:cubicBezTo>
                  <a:pt x="7353" y="1446"/>
                  <a:pt x="7327" y="1511"/>
                  <a:pt x="7275" y="1568"/>
                </a:cubicBezTo>
                <a:cubicBezTo>
                  <a:pt x="7223" y="1625"/>
                  <a:pt x="7172" y="1654"/>
                  <a:pt x="7124" y="1654"/>
                </a:cubicBezTo>
                <a:cubicBezTo>
                  <a:pt x="7104" y="1654"/>
                  <a:pt x="7088" y="1644"/>
                  <a:pt x="7077" y="1622"/>
                </a:cubicBezTo>
                <a:cubicBezTo>
                  <a:pt x="7065" y="1601"/>
                  <a:pt x="7059" y="1575"/>
                  <a:pt x="7059" y="1542"/>
                </a:cubicBezTo>
                <a:cubicBezTo>
                  <a:pt x="7059" y="1489"/>
                  <a:pt x="7072" y="1435"/>
                  <a:pt x="7098" y="1382"/>
                </a:cubicBezTo>
                <a:cubicBezTo>
                  <a:pt x="7124" y="1329"/>
                  <a:pt x="7151" y="1290"/>
                  <a:pt x="7178" y="1266"/>
                </a:cubicBezTo>
                <a:lnTo>
                  <a:pt x="7179" y="1266"/>
                </a:lnTo>
                <a:cubicBezTo>
                  <a:pt x="7202" y="1246"/>
                  <a:pt x="7228" y="1236"/>
                  <a:pt x="7257" y="1236"/>
                </a:cubicBezTo>
                <a:close/>
                <a:moveTo>
                  <a:pt x="5222" y="1209"/>
                </a:moveTo>
                <a:cubicBezTo>
                  <a:pt x="5233" y="1209"/>
                  <a:pt x="5242" y="1213"/>
                  <a:pt x="5249" y="1222"/>
                </a:cubicBezTo>
                <a:cubicBezTo>
                  <a:pt x="5257" y="1231"/>
                  <a:pt x="5260" y="1242"/>
                  <a:pt x="5260" y="1254"/>
                </a:cubicBezTo>
                <a:cubicBezTo>
                  <a:pt x="5260" y="1287"/>
                  <a:pt x="5237" y="1324"/>
                  <a:pt x="5190" y="1364"/>
                </a:cubicBezTo>
                <a:cubicBezTo>
                  <a:pt x="5143" y="1404"/>
                  <a:pt x="5088" y="1431"/>
                  <a:pt x="5026" y="1443"/>
                </a:cubicBezTo>
                <a:cubicBezTo>
                  <a:pt x="5040" y="1387"/>
                  <a:pt x="5067" y="1334"/>
                  <a:pt x="5109" y="1284"/>
                </a:cubicBezTo>
                <a:cubicBezTo>
                  <a:pt x="5150" y="1234"/>
                  <a:pt x="5188" y="1209"/>
                  <a:pt x="5222" y="1209"/>
                </a:cubicBezTo>
                <a:close/>
                <a:moveTo>
                  <a:pt x="7704" y="1148"/>
                </a:moveTo>
                <a:cubicBezTo>
                  <a:pt x="7686" y="1148"/>
                  <a:pt x="7669" y="1158"/>
                  <a:pt x="7653" y="1179"/>
                </a:cubicBezTo>
                <a:cubicBezTo>
                  <a:pt x="7637" y="1200"/>
                  <a:pt x="7629" y="1220"/>
                  <a:pt x="7629" y="1238"/>
                </a:cubicBezTo>
                <a:cubicBezTo>
                  <a:pt x="7629" y="1360"/>
                  <a:pt x="7621" y="1463"/>
                  <a:pt x="7606" y="1547"/>
                </a:cubicBezTo>
                <a:cubicBezTo>
                  <a:pt x="7594" y="1613"/>
                  <a:pt x="7588" y="1654"/>
                  <a:pt x="7588" y="1673"/>
                </a:cubicBezTo>
                <a:cubicBezTo>
                  <a:pt x="7588" y="1727"/>
                  <a:pt x="7618" y="1754"/>
                  <a:pt x="7677" y="1754"/>
                </a:cubicBezTo>
                <a:cubicBezTo>
                  <a:pt x="7687" y="1754"/>
                  <a:pt x="7696" y="1749"/>
                  <a:pt x="7706" y="1740"/>
                </a:cubicBezTo>
                <a:cubicBezTo>
                  <a:pt x="7715" y="1730"/>
                  <a:pt x="7722" y="1718"/>
                  <a:pt x="7725" y="1703"/>
                </a:cubicBezTo>
                <a:cubicBezTo>
                  <a:pt x="7741" y="1653"/>
                  <a:pt x="7784" y="1576"/>
                  <a:pt x="7853" y="1472"/>
                </a:cubicBezTo>
                <a:cubicBezTo>
                  <a:pt x="7922" y="1368"/>
                  <a:pt x="7971" y="1316"/>
                  <a:pt x="7999" y="1316"/>
                </a:cubicBezTo>
                <a:cubicBezTo>
                  <a:pt x="8029" y="1316"/>
                  <a:pt x="8048" y="1366"/>
                  <a:pt x="8056" y="1466"/>
                </a:cubicBezTo>
                <a:cubicBezTo>
                  <a:pt x="8065" y="1562"/>
                  <a:pt x="8079" y="1628"/>
                  <a:pt x="8097" y="1663"/>
                </a:cubicBezTo>
                <a:lnTo>
                  <a:pt x="8097" y="1663"/>
                </a:lnTo>
                <a:cubicBezTo>
                  <a:pt x="8116" y="1702"/>
                  <a:pt x="8149" y="1722"/>
                  <a:pt x="8194" y="1722"/>
                </a:cubicBezTo>
                <a:cubicBezTo>
                  <a:pt x="8233" y="1722"/>
                  <a:pt x="8266" y="1711"/>
                  <a:pt x="8291" y="1688"/>
                </a:cubicBezTo>
                <a:cubicBezTo>
                  <a:pt x="8317" y="1666"/>
                  <a:pt x="8330" y="1645"/>
                  <a:pt x="8330" y="1625"/>
                </a:cubicBezTo>
                <a:cubicBezTo>
                  <a:pt x="8330" y="1603"/>
                  <a:pt x="8321" y="1592"/>
                  <a:pt x="8302" y="1592"/>
                </a:cubicBezTo>
                <a:cubicBezTo>
                  <a:pt x="8294" y="1592"/>
                  <a:pt x="8283" y="1594"/>
                  <a:pt x="8269" y="1599"/>
                </a:cubicBezTo>
                <a:cubicBezTo>
                  <a:pt x="8257" y="1603"/>
                  <a:pt x="8246" y="1605"/>
                  <a:pt x="8237" y="1605"/>
                </a:cubicBezTo>
                <a:cubicBezTo>
                  <a:pt x="8217" y="1605"/>
                  <a:pt x="8199" y="1532"/>
                  <a:pt x="8184" y="1387"/>
                </a:cubicBezTo>
                <a:cubicBezTo>
                  <a:pt x="8168" y="1244"/>
                  <a:pt x="8115" y="1173"/>
                  <a:pt x="8024" y="1173"/>
                </a:cubicBezTo>
                <a:cubicBezTo>
                  <a:pt x="7920" y="1173"/>
                  <a:pt x="7825" y="1272"/>
                  <a:pt x="7741" y="1471"/>
                </a:cubicBezTo>
                <a:cubicBezTo>
                  <a:pt x="7763" y="1364"/>
                  <a:pt x="7774" y="1292"/>
                  <a:pt x="7774" y="1255"/>
                </a:cubicBezTo>
                <a:cubicBezTo>
                  <a:pt x="7774" y="1206"/>
                  <a:pt x="7768" y="1176"/>
                  <a:pt x="7756" y="1165"/>
                </a:cubicBezTo>
                <a:cubicBezTo>
                  <a:pt x="7744" y="1153"/>
                  <a:pt x="7726" y="1148"/>
                  <a:pt x="7704" y="1148"/>
                </a:cubicBezTo>
                <a:close/>
                <a:moveTo>
                  <a:pt x="6717" y="1136"/>
                </a:moveTo>
                <a:cubicBezTo>
                  <a:pt x="6694" y="1136"/>
                  <a:pt x="6676" y="1146"/>
                  <a:pt x="6664" y="1165"/>
                </a:cubicBezTo>
                <a:cubicBezTo>
                  <a:pt x="6651" y="1185"/>
                  <a:pt x="6645" y="1209"/>
                  <a:pt x="6645" y="1238"/>
                </a:cubicBezTo>
                <a:cubicBezTo>
                  <a:pt x="6645" y="1248"/>
                  <a:pt x="6638" y="1289"/>
                  <a:pt x="6626" y="1360"/>
                </a:cubicBezTo>
                <a:lnTo>
                  <a:pt x="6626" y="1359"/>
                </a:lnTo>
                <a:cubicBezTo>
                  <a:pt x="6623" y="1378"/>
                  <a:pt x="6619" y="1398"/>
                  <a:pt x="6615" y="1419"/>
                </a:cubicBezTo>
                <a:cubicBezTo>
                  <a:pt x="6597" y="1514"/>
                  <a:pt x="6587" y="1595"/>
                  <a:pt x="6587" y="1662"/>
                </a:cubicBezTo>
                <a:cubicBezTo>
                  <a:pt x="6587" y="1740"/>
                  <a:pt x="6613" y="1779"/>
                  <a:pt x="6664" y="1779"/>
                </a:cubicBezTo>
                <a:cubicBezTo>
                  <a:pt x="6684" y="1779"/>
                  <a:pt x="6702" y="1771"/>
                  <a:pt x="6719" y="1756"/>
                </a:cubicBezTo>
                <a:cubicBezTo>
                  <a:pt x="6736" y="1741"/>
                  <a:pt x="6745" y="1729"/>
                  <a:pt x="6745" y="1720"/>
                </a:cubicBezTo>
                <a:cubicBezTo>
                  <a:pt x="6745" y="1715"/>
                  <a:pt x="6744" y="1709"/>
                  <a:pt x="6743" y="1702"/>
                </a:cubicBezTo>
                <a:cubicBezTo>
                  <a:pt x="6735" y="1662"/>
                  <a:pt x="6731" y="1630"/>
                  <a:pt x="6731" y="1607"/>
                </a:cubicBezTo>
                <a:cubicBezTo>
                  <a:pt x="6731" y="1577"/>
                  <a:pt x="6733" y="1539"/>
                  <a:pt x="6737" y="1491"/>
                </a:cubicBezTo>
                <a:cubicBezTo>
                  <a:pt x="6741" y="1444"/>
                  <a:pt x="6754" y="1382"/>
                  <a:pt x="6776" y="1307"/>
                </a:cubicBezTo>
                <a:lnTo>
                  <a:pt x="6779" y="1294"/>
                </a:lnTo>
                <a:cubicBezTo>
                  <a:pt x="6794" y="1245"/>
                  <a:pt x="6801" y="1213"/>
                  <a:pt x="6801" y="1197"/>
                </a:cubicBezTo>
                <a:cubicBezTo>
                  <a:pt x="6801" y="1181"/>
                  <a:pt x="6794" y="1167"/>
                  <a:pt x="6779" y="1155"/>
                </a:cubicBezTo>
                <a:cubicBezTo>
                  <a:pt x="6764" y="1142"/>
                  <a:pt x="6743" y="1136"/>
                  <a:pt x="6717" y="1136"/>
                </a:cubicBezTo>
                <a:close/>
                <a:moveTo>
                  <a:pt x="4300" y="1128"/>
                </a:moveTo>
                <a:cubicBezTo>
                  <a:pt x="4267" y="1128"/>
                  <a:pt x="4242" y="1144"/>
                  <a:pt x="4227" y="1177"/>
                </a:cubicBezTo>
                <a:cubicBezTo>
                  <a:pt x="4227" y="1217"/>
                  <a:pt x="4216" y="1276"/>
                  <a:pt x="4196" y="1353"/>
                </a:cubicBezTo>
                <a:cubicBezTo>
                  <a:pt x="4173" y="1447"/>
                  <a:pt x="4161" y="1517"/>
                  <a:pt x="4161" y="1564"/>
                </a:cubicBezTo>
                <a:cubicBezTo>
                  <a:pt x="4161" y="1629"/>
                  <a:pt x="4176" y="1678"/>
                  <a:pt x="4207" y="1710"/>
                </a:cubicBezTo>
                <a:cubicBezTo>
                  <a:pt x="4238" y="1741"/>
                  <a:pt x="4268" y="1757"/>
                  <a:pt x="4298" y="1757"/>
                </a:cubicBezTo>
                <a:cubicBezTo>
                  <a:pt x="4349" y="1757"/>
                  <a:pt x="4399" y="1737"/>
                  <a:pt x="4448" y="1697"/>
                </a:cubicBezTo>
                <a:cubicBezTo>
                  <a:pt x="4498" y="1657"/>
                  <a:pt x="4541" y="1602"/>
                  <a:pt x="4579" y="1534"/>
                </a:cubicBezTo>
                <a:cubicBezTo>
                  <a:pt x="4579" y="1607"/>
                  <a:pt x="4587" y="1666"/>
                  <a:pt x="4604" y="1709"/>
                </a:cubicBezTo>
                <a:cubicBezTo>
                  <a:pt x="4620" y="1753"/>
                  <a:pt x="4644" y="1775"/>
                  <a:pt x="4675" y="1775"/>
                </a:cubicBezTo>
                <a:cubicBezTo>
                  <a:pt x="4693" y="1775"/>
                  <a:pt x="4712" y="1769"/>
                  <a:pt x="4732" y="1756"/>
                </a:cubicBezTo>
                <a:cubicBezTo>
                  <a:pt x="4752" y="1744"/>
                  <a:pt x="4762" y="1730"/>
                  <a:pt x="4762" y="1716"/>
                </a:cubicBezTo>
                <a:cubicBezTo>
                  <a:pt x="4762" y="1706"/>
                  <a:pt x="4756" y="1698"/>
                  <a:pt x="4745" y="1692"/>
                </a:cubicBezTo>
                <a:cubicBezTo>
                  <a:pt x="4710" y="1672"/>
                  <a:pt x="4693" y="1611"/>
                  <a:pt x="4693" y="1509"/>
                </a:cubicBezTo>
                <a:cubicBezTo>
                  <a:pt x="4693" y="1423"/>
                  <a:pt x="4704" y="1345"/>
                  <a:pt x="4728" y="1276"/>
                </a:cubicBezTo>
                <a:cubicBezTo>
                  <a:pt x="4734" y="1256"/>
                  <a:pt x="4738" y="1242"/>
                  <a:pt x="4738" y="1236"/>
                </a:cubicBezTo>
                <a:cubicBezTo>
                  <a:pt x="4738" y="1190"/>
                  <a:pt x="4717" y="1168"/>
                  <a:pt x="4677" y="1168"/>
                </a:cubicBezTo>
                <a:cubicBezTo>
                  <a:pt x="4652" y="1168"/>
                  <a:pt x="4632" y="1178"/>
                  <a:pt x="4619" y="1199"/>
                </a:cubicBezTo>
                <a:cubicBezTo>
                  <a:pt x="4605" y="1219"/>
                  <a:pt x="4589" y="1263"/>
                  <a:pt x="4572" y="1330"/>
                </a:cubicBezTo>
                <a:cubicBezTo>
                  <a:pt x="4554" y="1398"/>
                  <a:pt x="4516" y="1465"/>
                  <a:pt x="4459" y="1530"/>
                </a:cubicBezTo>
                <a:cubicBezTo>
                  <a:pt x="4401" y="1596"/>
                  <a:pt x="4355" y="1628"/>
                  <a:pt x="4321" y="1628"/>
                </a:cubicBezTo>
                <a:cubicBezTo>
                  <a:pt x="4299" y="1628"/>
                  <a:pt x="4289" y="1602"/>
                  <a:pt x="4289" y="1550"/>
                </a:cubicBezTo>
                <a:cubicBezTo>
                  <a:pt x="4289" y="1535"/>
                  <a:pt x="4295" y="1499"/>
                  <a:pt x="4308" y="1443"/>
                </a:cubicBezTo>
                <a:cubicBezTo>
                  <a:pt x="4321" y="1388"/>
                  <a:pt x="4334" y="1345"/>
                  <a:pt x="4345" y="1314"/>
                </a:cubicBezTo>
                <a:cubicBezTo>
                  <a:pt x="4364" y="1263"/>
                  <a:pt x="4374" y="1224"/>
                  <a:pt x="4374" y="1196"/>
                </a:cubicBezTo>
                <a:cubicBezTo>
                  <a:pt x="4374" y="1181"/>
                  <a:pt x="4367" y="1165"/>
                  <a:pt x="4354" y="1150"/>
                </a:cubicBezTo>
                <a:cubicBezTo>
                  <a:pt x="4341" y="1135"/>
                  <a:pt x="4322" y="1128"/>
                  <a:pt x="4300" y="1128"/>
                </a:cubicBezTo>
                <a:close/>
                <a:moveTo>
                  <a:pt x="7268" y="1113"/>
                </a:moveTo>
                <a:cubicBezTo>
                  <a:pt x="7170" y="1113"/>
                  <a:pt x="7087" y="1161"/>
                  <a:pt x="7018" y="1259"/>
                </a:cubicBezTo>
                <a:cubicBezTo>
                  <a:pt x="6950" y="1357"/>
                  <a:pt x="6915" y="1456"/>
                  <a:pt x="6915" y="1557"/>
                </a:cubicBezTo>
                <a:cubicBezTo>
                  <a:pt x="6915" y="1619"/>
                  <a:pt x="6934" y="1671"/>
                  <a:pt x="6971" y="1713"/>
                </a:cubicBezTo>
                <a:cubicBezTo>
                  <a:pt x="7009" y="1755"/>
                  <a:pt x="7057" y="1777"/>
                  <a:pt x="7114" y="1777"/>
                </a:cubicBezTo>
                <a:cubicBezTo>
                  <a:pt x="7187" y="1777"/>
                  <a:pt x="7261" y="1745"/>
                  <a:pt x="7334" y="1682"/>
                </a:cubicBezTo>
                <a:cubicBezTo>
                  <a:pt x="7407" y="1620"/>
                  <a:pt x="7457" y="1543"/>
                  <a:pt x="7483" y="1451"/>
                </a:cubicBezTo>
                <a:lnTo>
                  <a:pt x="7483" y="1451"/>
                </a:lnTo>
                <a:cubicBezTo>
                  <a:pt x="7490" y="1422"/>
                  <a:pt x="7493" y="1393"/>
                  <a:pt x="7493" y="1363"/>
                </a:cubicBezTo>
                <a:cubicBezTo>
                  <a:pt x="7493" y="1295"/>
                  <a:pt x="7472" y="1236"/>
                  <a:pt x="7431" y="1187"/>
                </a:cubicBezTo>
                <a:cubicBezTo>
                  <a:pt x="7389" y="1137"/>
                  <a:pt x="7335" y="1113"/>
                  <a:pt x="7268" y="1113"/>
                </a:cubicBezTo>
                <a:close/>
                <a:moveTo>
                  <a:pt x="5237" y="1090"/>
                </a:moveTo>
                <a:cubicBezTo>
                  <a:pt x="5149" y="1090"/>
                  <a:pt x="5066" y="1138"/>
                  <a:pt x="4989" y="1233"/>
                </a:cubicBezTo>
                <a:cubicBezTo>
                  <a:pt x="4912" y="1329"/>
                  <a:pt x="4873" y="1432"/>
                  <a:pt x="4873" y="1541"/>
                </a:cubicBezTo>
                <a:cubicBezTo>
                  <a:pt x="4873" y="1615"/>
                  <a:pt x="4892" y="1673"/>
                  <a:pt x="4930" y="1715"/>
                </a:cubicBezTo>
                <a:cubicBezTo>
                  <a:pt x="4968" y="1756"/>
                  <a:pt x="5020" y="1777"/>
                  <a:pt x="5086" y="1777"/>
                </a:cubicBezTo>
                <a:cubicBezTo>
                  <a:pt x="5172" y="1777"/>
                  <a:pt x="5249" y="1749"/>
                  <a:pt x="5317" y="1692"/>
                </a:cubicBezTo>
                <a:cubicBezTo>
                  <a:pt x="5385" y="1636"/>
                  <a:pt x="5420" y="1587"/>
                  <a:pt x="5420" y="1547"/>
                </a:cubicBezTo>
                <a:cubicBezTo>
                  <a:pt x="5420" y="1521"/>
                  <a:pt x="5408" y="1508"/>
                  <a:pt x="5384" y="1508"/>
                </a:cubicBezTo>
                <a:cubicBezTo>
                  <a:pt x="5370" y="1508"/>
                  <a:pt x="5356" y="1515"/>
                  <a:pt x="5341" y="1531"/>
                </a:cubicBezTo>
                <a:cubicBezTo>
                  <a:pt x="5264" y="1612"/>
                  <a:pt x="5186" y="1652"/>
                  <a:pt x="5107" y="1652"/>
                </a:cubicBezTo>
                <a:cubicBezTo>
                  <a:pt x="5080" y="1652"/>
                  <a:pt x="5057" y="1644"/>
                  <a:pt x="5041" y="1627"/>
                </a:cubicBezTo>
                <a:cubicBezTo>
                  <a:pt x="5024" y="1610"/>
                  <a:pt x="5016" y="1592"/>
                  <a:pt x="5016" y="1573"/>
                </a:cubicBezTo>
                <a:cubicBezTo>
                  <a:pt x="5016" y="1562"/>
                  <a:pt x="5022" y="1555"/>
                  <a:pt x="5034" y="1552"/>
                </a:cubicBezTo>
                <a:cubicBezTo>
                  <a:pt x="5135" y="1529"/>
                  <a:pt x="5219" y="1486"/>
                  <a:pt x="5284" y="1425"/>
                </a:cubicBezTo>
                <a:cubicBezTo>
                  <a:pt x="5350" y="1363"/>
                  <a:pt x="5382" y="1298"/>
                  <a:pt x="5382" y="1230"/>
                </a:cubicBezTo>
                <a:cubicBezTo>
                  <a:pt x="5382" y="1192"/>
                  <a:pt x="5369" y="1159"/>
                  <a:pt x="5342" y="1131"/>
                </a:cubicBezTo>
                <a:cubicBezTo>
                  <a:pt x="5316" y="1104"/>
                  <a:pt x="5281" y="1090"/>
                  <a:pt x="5237" y="1090"/>
                </a:cubicBezTo>
                <a:close/>
                <a:moveTo>
                  <a:pt x="8719" y="1072"/>
                </a:moveTo>
                <a:cubicBezTo>
                  <a:pt x="8652" y="1072"/>
                  <a:pt x="8580" y="1098"/>
                  <a:pt x="8502" y="1150"/>
                </a:cubicBezTo>
                <a:cubicBezTo>
                  <a:pt x="8425" y="1202"/>
                  <a:pt x="8386" y="1262"/>
                  <a:pt x="8386" y="1331"/>
                </a:cubicBezTo>
                <a:cubicBezTo>
                  <a:pt x="8386" y="1364"/>
                  <a:pt x="8397" y="1394"/>
                  <a:pt x="8419" y="1422"/>
                </a:cubicBezTo>
                <a:cubicBezTo>
                  <a:pt x="8442" y="1450"/>
                  <a:pt x="8493" y="1484"/>
                  <a:pt x="8573" y="1522"/>
                </a:cubicBezTo>
                <a:cubicBezTo>
                  <a:pt x="8639" y="1553"/>
                  <a:pt x="8673" y="1578"/>
                  <a:pt x="8674" y="1600"/>
                </a:cubicBezTo>
                <a:cubicBezTo>
                  <a:pt x="8661" y="1617"/>
                  <a:pt x="8635" y="1631"/>
                  <a:pt x="8595" y="1643"/>
                </a:cubicBezTo>
                <a:cubicBezTo>
                  <a:pt x="8554" y="1655"/>
                  <a:pt x="8516" y="1661"/>
                  <a:pt x="8479" y="1661"/>
                </a:cubicBezTo>
                <a:cubicBezTo>
                  <a:pt x="8466" y="1661"/>
                  <a:pt x="8451" y="1658"/>
                  <a:pt x="8436" y="1652"/>
                </a:cubicBezTo>
                <a:cubicBezTo>
                  <a:pt x="8420" y="1646"/>
                  <a:pt x="8409" y="1644"/>
                  <a:pt x="8401" y="1644"/>
                </a:cubicBezTo>
                <a:cubicBezTo>
                  <a:pt x="8383" y="1644"/>
                  <a:pt x="8366" y="1650"/>
                  <a:pt x="8351" y="1663"/>
                </a:cubicBezTo>
                <a:cubicBezTo>
                  <a:pt x="8337" y="1677"/>
                  <a:pt x="8329" y="1693"/>
                  <a:pt x="8329" y="1711"/>
                </a:cubicBezTo>
                <a:cubicBezTo>
                  <a:pt x="8329" y="1763"/>
                  <a:pt x="8364" y="1788"/>
                  <a:pt x="8435" y="1788"/>
                </a:cubicBezTo>
                <a:cubicBezTo>
                  <a:pt x="8531" y="1788"/>
                  <a:pt x="8618" y="1769"/>
                  <a:pt x="8695" y="1731"/>
                </a:cubicBezTo>
                <a:cubicBezTo>
                  <a:pt x="8772" y="1693"/>
                  <a:pt x="8811" y="1645"/>
                  <a:pt x="8811" y="1588"/>
                </a:cubicBezTo>
                <a:cubicBezTo>
                  <a:pt x="8811" y="1557"/>
                  <a:pt x="8800" y="1529"/>
                  <a:pt x="8778" y="1503"/>
                </a:cubicBezTo>
                <a:cubicBezTo>
                  <a:pt x="8757" y="1477"/>
                  <a:pt x="8712" y="1448"/>
                  <a:pt x="8645" y="1416"/>
                </a:cubicBezTo>
                <a:cubicBezTo>
                  <a:pt x="8599" y="1395"/>
                  <a:pt x="8569" y="1377"/>
                  <a:pt x="8554" y="1363"/>
                </a:cubicBezTo>
                <a:cubicBezTo>
                  <a:pt x="8539" y="1348"/>
                  <a:pt x="8532" y="1334"/>
                  <a:pt x="8532" y="1318"/>
                </a:cubicBezTo>
                <a:cubicBezTo>
                  <a:pt x="8532" y="1287"/>
                  <a:pt x="8553" y="1260"/>
                  <a:pt x="8595" y="1236"/>
                </a:cubicBezTo>
                <a:cubicBezTo>
                  <a:pt x="8636" y="1213"/>
                  <a:pt x="8675" y="1201"/>
                  <a:pt x="8709" y="1201"/>
                </a:cubicBezTo>
                <a:cubicBezTo>
                  <a:pt x="8715" y="1201"/>
                  <a:pt x="8724" y="1204"/>
                  <a:pt x="8735" y="1209"/>
                </a:cubicBezTo>
                <a:cubicBezTo>
                  <a:pt x="8745" y="1215"/>
                  <a:pt x="8753" y="1218"/>
                  <a:pt x="8757" y="1218"/>
                </a:cubicBezTo>
                <a:cubicBezTo>
                  <a:pt x="8768" y="1218"/>
                  <a:pt x="8781" y="1211"/>
                  <a:pt x="8796" y="1199"/>
                </a:cubicBezTo>
                <a:cubicBezTo>
                  <a:pt x="8811" y="1187"/>
                  <a:pt x="8818" y="1174"/>
                  <a:pt x="8818" y="1158"/>
                </a:cubicBezTo>
                <a:cubicBezTo>
                  <a:pt x="8818" y="1101"/>
                  <a:pt x="8785" y="1072"/>
                  <a:pt x="8719" y="1072"/>
                </a:cubicBezTo>
                <a:close/>
                <a:moveTo>
                  <a:pt x="5838" y="1072"/>
                </a:moveTo>
                <a:cubicBezTo>
                  <a:pt x="5771" y="1072"/>
                  <a:pt x="5699" y="1098"/>
                  <a:pt x="5621" y="1150"/>
                </a:cubicBezTo>
                <a:cubicBezTo>
                  <a:pt x="5544" y="1202"/>
                  <a:pt x="5505" y="1262"/>
                  <a:pt x="5505" y="1331"/>
                </a:cubicBezTo>
                <a:cubicBezTo>
                  <a:pt x="5505" y="1364"/>
                  <a:pt x="5516" y="1394"/>
                  <a:pt x="5538" y="1422"/>
                </a:cubicBezTo>
                <a:cubicBezTo>
                  <a:pt x="5561" y="1450"/>
                  <a:pt x="5612" y="1484"/>
                  <a:pt x="5692" y="1522"/>
                </a:cubicBezTo>
                <a:cubicBezTo>
                  <a:pt x="5758" y="1553"/>
                  <a:pt x="5792" y="1578"/>
                  <a:pt x="5793" y="1600"/>
                </a:cubicBezTo>
                <a:cubicBezTo>
                  <a:pt x="5780" y="1617"/>
                  <a:pt x="5754" y="1631"/>
                  <a:pt x="5714" y="1643"/>
                </a:cubicBezTo>
                <a:cubicBezTo>
                  <a:pt x="5673" y="1655"/>
                  <a:pt x="5635" y="1661"/>
                  <a:pt x="5598" y="1661"/>
                </a:cubicBezTo>
                <a:cubicBezTo>
                  <a:pt x="5585" y="1661"/>
                  <a:pt x="5570" y="1658"/>
                  <a:pt x="5555" y="1652"/>
                </a:cubicBezTo>
                <a:cubicBezTo>
                  <a:pt x="5539" y="1646"/>
                  <a:pt x="5528" y="1644"/>
                  <a:pt x="5520" y="1644"/>
                </a:cubicBezTo>
                <a:cubicBezTo>
                  <a:pt x="5502" y="1644"/>
                  <a:pt x="5485" y="1650"/>
                  <a:pt x="5470" y="1663"/>
                </a:cubicBezTo>
                <a:cubicBezTo>
                  <a:pt x="5456" y="1677"/>
                  <a:pt x="5448" y="1693"/>
                  <a:pt x="5448" y="1711"/>
                </a:cubicBezTo>
                <a:cubicBezTo>
                  <a:pt x="5448" y="1763"/>
                  <a:pt x="5483" y="1788"/>
                  <a:pt x="5554" y="1788"/>
                </a:cubicBezTo>
                <a:cubicBezTo>
                  <a:pt x="5650" y="1788"/>
                  <a:pt x="5737" y="1769"/>
                  <a:pt x="5814" y="1731"/>
                </a:cubicBezTo>
                <a:cubicBezTo>
                  <a:pt x="5891" y="1693"/>
                  <a:pt x="5930" y="1645"/>
                  <a:pt x="5930" y="1588"/>
                </a:cubicBezTo>
                <a:cubicBezTo>
                  <a:pt x="5930" y="1557"/>
                  <a:pt x="5919" y="1529"/>
                  <a:pt x="5897" y="1503"/>
                </a:cubicBezTo>
                <a:cubicBezTo>
                  <a:pt x="5876" y="1477"/>
                  <a:pt x="5831" y="1448"/>
                  <a:pt x="5764" y="1416"/>
                </a:cubicBezTo>
                <a:cubicBezTo>
                  <a:pt x="5718" y="1395"/>
                  <a:pt x="5688" y="1377"/>
                  <a:pt x="5673" y="1363"/>
                </a:cubicBezTo>
                <a:cubicBezTo>
                  <a:pt x="5658" y="1348"/>
                  <a:pt x="5651" y="1334"/>
                  <a:pt x="5651" y="1318"/>
                </a:cubicBezTo>
                <a:cubicBezTo>
                  <a:pt x="5651" y="1287"/>
                  <a:pt x="5672" y="1260"/>
                  <a:pt x="5714" y="1236"/>
                </a:cubicBezTo>
                <a:cubicBezTo>
                  <a:pt x="5755" y="1213"/>
                  <a:pt x="5794" y="1201"/>
                  <a:pt x="5828" y="1201"/>
                </a:cubicBezTo>
                <a:cubicBezTo>
                  <a:pt x="5834" y="1201"/>
                  <a:pt x="5843" y="1204"/>
                  <a:pt x="5854" y="1209"/>
                </a:cubicBezTo>
                <a:cubicBezTo>
                  <a:pt x="5864" y="1215"/>
                  <a:pt x="5872" y="1218"/>
                  <a:pt x="5876" y="1218"/>
                </a:cubicBezTo>
                <a:cubicBezTo>
                  <a:pt x="5887" y="1218"/>
                  <a:pt x="5900" y="1211"/>
                  <a:pt x="5915" y="1199"/>
                </a:cubicBezTo>
                <a:cubicBezTo>
                  <a:pt x="5930" y="1187"/>
                  <a:pt x="5937" y="1174"/>
                  <a:pt x="5937" y="1158"/>
                </a:cubicBezTo>
                <a:cubicBezTo>
                  <a:pt x="5937" y="1101"/>
                  <a:pt x="5904" y="1072"/>
                  <a:pt x="5838" y="1072"/>
                </a:cubicBezTo>
                <a:close/>
                <a:moveTo>
                  <a:pt x="3715" y="1008"/>
                </a:moveTo>
                <a:cubicBezTo>
                  <a:pt x="3742" y="1008"/>
                  <a:pt x="3780" y="1041"/>
                  <a:pt x="3829" y="1107"/>
                </a:cubicBezTo>
                <a:cubicBezTo>
                  <a:pt x="3878" y="1173"/>
                  <a:pt x="3902" y="1244"/>
                  <a:pt x="3902" y="1319"/>
                </a:cubicBezTo>
                <a:cubicBezTo>
                  <a:pt x="3902" y="1372"/>
                  <a:pt x="3882" y="1426"/>
                  <a:pt x="3843" y="1483"/>
                </a:cubicBezTo>
                <a:cubicBezTo>
                  <a:pt x="3803" y="1540"/>
                  <a:pt x="3768" y="1569"/>
                  <a:pt x="3737" y="1569"/>
                </a:cubicBezTo>
                <a:cubicBezTo>
                  <a:pt x="3731" y="1569"/>
                  <a:pt x="3722" y="1561"/>
                  <a:pt x="3710" y="1545"/>
                </a:cubicBezTo>
                <a:cubicBezTo>
                  <a:pt x="3699" y="1529"/>
                  <a:pt x="3691" y="1513"/>
                  <a:pt x="3687" y="1495"/>
                </a:cubicBezTo>
                <a:cubicBezTo>
                  <a:pt x="3681" y="1469"/>
                  <a:pt x="3666" y="1455"/>
                  <a:pt x="3643" y="1455"/>
                </a:cubicBezTo>
                <a:cubicBezTo>
                  <a:pt x="3617" y="1455"/>
                  <a:pt x="3591" y="1464"/>
                  <a:pt x="3567" y="1482"/>
                </a:cubicBezTo>
                <a:cubicBezTo>
                  <a:pt x="3543" y="1499"/>
                  <a:pt x="3531" y="1515"/>
                  <a:pt x="3531" y="1530"/>
                </a:cubicBezTo>
                <a:cubicBezTo>
                  <a:pt x="3531" y="1537"/>
                  <a:pt x="3548" y="1559"/>
                  <a:pt x="3582" y="1596"/>
                </a:cubicBezTo>
                <a:cubicBezTo>
                  <a:pt x="3590" y="1605"/>
                  <a:pt x="3597" y="1615"/>
                  <a:pt x="3603" y="1624"/>
                </a:cubicBezTo>
                <a:cubicBezTo>
                  <a:pt x="3558" y="1634"/>
                  <a:pt x="3518" y="1638"/>
                  <a:pt x="3482" y="1638"/>
                </a:cubicBezTo>
                <a:cubicBezTo>
                  <a:pt x="3441" y="1638"/>
                  <a:pt x="3405" y="1626"/>
                  <a:pt x="3376" y="1601"/>
                </a:cubicBezTo>
                <a:cubicBezTo>
                  <a:pt x="3347" y="1576"/>
                  <a:pt x="3333" y="1540"/>
                  <a:pt x="3333" y="1494"/>
                </a:cubicBezTo>
                <a:cubicBezTo>
                  <a:pt x="3333" y="1436"/>
                  <a:pt x="3354" y="1367"/>
                  <a:pt x="3396" y="1288"/>
                </a:cubicBezTo>
                <a:cubicBezTo>
                  <a:pt x="3438" y="1210"/>
                  <a:pt x="3489" y="1144"/>
                  <a:pt x="3551" y="1090"/>
                </a:cubicBezTo>
                <a:cubicBezTo>
                  <a:pt x="3612" y="1035"/>
                  <a:pt x="3667" y="1008"/>
                  <a:pt x="3715" y="1008"/>
                </a:cubicBezTo>
                <a:close/>
                <a:moveTo>
                  <a:pt x="6280" y="901"/>
                </a:moveTo>
                <a:cubicBezTo>
                  <a:pt x="6241" y="901"/>
                  <a:pt x="6216" y="924"/>
                  <a:pt x="6205" y="972"/>
                </a:cubicBezTo>
                <a:cubicBezTo>
                  <a:pt x="6187" y="1049"/>
                  <a:pt x="6170" y="1111"/>
                  <a:pt x="6153" y="1158"/>
                </a:cubicBezTo>
                <a:lnTo>
                  <a:pt x="6028" y="1162"/>
                </a:lnTo>
                <a:cubicBezTo>
                  <a:pt x="5991" y="1162"/>
                  <a:pt x="5972" y="1179"/>
                  <a:pt x="5972" y="1212"/>
                </a:cubicBezTo>
                <a:cubicBezTo>
                  <a:pt x="5972" y="1237"/>
                  <a:pt x="5981" y="1256"/>
                  <a:pt x="6000" y="1268"/>
                </a:cubicBezTo>
                <a:cubicBezTo>
                  <a:pt x="6018" y="1280"/>
                  <a:pt x="6037" y="1286"/>
                  <a:pt x="6055" y="1286"/>
                </a:cubicBezTo>
                <a:lnTo>
                  <a:pt x="6067" y="1286"/>
                </a:lnTo>
                <a:cubicBezTo>
                  <a:pt x="6077" y="1286"/>
                  <a:pt x="6094" y="1284"/>
                  <a:pt x="6119" y="1281"/>
                </a:cubicBezTo>
                <a:cubicBezTo>
                  <a:pt x="6080" y="1439"/>
                  <a:pt x="6060" y="1544"/>
                  <a:pt x="6060" y="1597"/>
                </a:cubicBezTo>
                <a:cubicBezTo>
                  <a:pt x="6060" y="1654"/>
                  <a:pt x="6074" y="1698"/>
                  <a:pt x="6101" y="1728"/>
                </a:cubicBezTo>
                <a:cubicBezTo>
                  <a:pt x="6128" y="1759"/>
                  <a:pt x="6167" y="1774"/>
                  <a:pt x="6219" y="1774"/>
                </a:cubicBezTo>
                <a:cubicBezTo>
                  <a:pt x="6280" y="1774"/>
                  <a:pt x="6339" y="1752"/>
                  <a:pt x="6395" y="1709"/>
                </a:cubicBezTo>
                <a:cubicBezTo>
                  <a:pt x="6450" y="1665"/>
                  <a:pt x="6478" y="1626"/>
                  <a:pt x="6478" y="1592"/>
                </a:cubicBezTo>
                <a:cubicBezTo>
                  <a:pt x="6478" y="1583"/>
                  <a:pt x="6474" y="1576"/>
                  <a:pt x="6467" y="1569"/>
                </a:cubicBezTo>
                <a:cubicBezTo>
                  <a:pt x="6461" y="1563"/>
                  <a:pt x="6452" y="1560"/>
                  <a:pt x="6440" y="1560"/>
                </a:cubicBezTo>
                <a:cubicBezTo>
                  <a:pt x="6426" y="1560"/>
                  <a:pt x="6409" y="1568"/>
                  <a:pt x="6389" y="1585"/>
                </a:cubicBezTo>
                <a:cubicBezTo>
                  <a:pt x="6356" y="1611"/>
                  <a:pt x="6329" y="1629"/>
                  <a:pt x="6309" y="1636"/>
                </a:cubicBezTo>
                <a:cubicBezTo>
                  <a:pt x="6289" y="1644"/>
                  <a:pt x="6268" y="1648"/>
                  <a:pt x="6246" y="1648"/>
                </a:cubicBezTo>
                <a:cubicBezTo>
                  <a:pt x="6231" y="1648"/>
                  <a:pt x="6219" y="1641"/>
                  <a:pt x="6213" y="1629"/>
                </a:cubicBezTo>
                <a:cubicBezTo>
                  <a:pt x="6206" y="1616"/>
                  <a:pt x="6202" y="1594"/>
                  <a:pt x="6202" y="1561"/>
                </a:cubicBezTo>
                <a:cubicBezTo>
                  <a:pt x="6202" y="1543"/>
                  <a:pt x="6212" y="1490"/>
                  <a:pt x="6230" y="1403"/>
                </a:cubicBezTo>
                <a:cubicBezTo>
                  <a:pt x="6249" y="1316"/>
                  <a:pt x="6260" y="1273"/>
                  <a:pt x="6263" y="1273"/>
                </a:cubicBezTo>
                <a:lnTo>
                  <a:pt x="6465" y="1239"/>
                </a:lnTo>
                <a:cubicBezTo>
                  <a:pt x="6524" y="1229"/>
                  <a:pt x="6554" y="1207"/>
                  <a:pt x="6554" y="1172"/>
                </a:cubicBezTo>
                <a:cubicBezTo>
                  <a:pt x="6554" y="1155"/>
                  <a:pt x="6551" y="1144"/>
                  <a:pt x="6544" y="1138"/>
                </a:cubicBezTo>
                <a:cubicBezTo>
                  <a:pt x="6537" y="1132"/>
                  <a:pt x="6524" y="1128"/>
                  <a:pt x="6503" y="1128"/>
                </a:cubicBezTo>
                <a:cubicBezTo>
                  <a:pt x="6491" y="1128"/>
                  <a:pt x="6423" y="1134"/>
                  <a:pt x="6298" y="1145"/>
                </a:cubicBezTo>
                <a:cubicBezTo>
                  <a:pt x="6332" y="1030"/>
                  <a:pt x="6348" y="970"/>
                  <a:pt x="6348" y="964"/>
                </a:cubicBezTo>
                <a:cubicBezTo>
                  <a:pt x="6348" y="948"/>
                  <a:pt x="6342" y="933"/>
                  <a:pt x="6330" y="920"/>
                </a:cubicBezTo>
                <a:cubicBezTo>
                  <a:pt x="6318" y="907"/>
                  <a:pt x="6301" y="901"/>
                  <a:pt x="6280" y="901"/>
                </a:cubicBezTo>
                <a:close/>
                <a:moveTo>
                  <a:pt x="3767" y="865"/>
                </a:moveTo>
                <a:cubicBezTo>
                  <a:pt x="3692" y="865"/>
                  <a:pt x="3607" y="900"/>
                  <a:pt x="3513" y="969"/>
                </a:cubicBezTo>
                <a:cubicBezTo>
                  <a:pt x="3418" y="1038"/>
                  <a:pt x="3340" y="1123"/>
                  <a:pt x="3278" y="1223"/>
                </a:cubicBezTo>
                <a:cubicBezTo>
                  <a:pt x="3216" y="1323"/>
                  <a:pt x="3185" y="1417"/>
                  <a:pt x="3185" y="1503"/>
                </a:cubicBezTo>
                <a:cubicBezTo>
                  <a:pt x="3185" y="1581"/>
                  <a:pt x="3214" y="1642"/>
                  <a:pt x="3273" y="1688"/>
                </a:cubicBezTo>
                <a:cubicBezTo>
                  <a:pt x="3332" y="1733"/>
                  <a:pt x="3404" y="1756"/>
                  <a:pt x="3487" y="1756"/>
                </a:cubicBezTo>
                <a:cubicBezTo>
                  <a:pt x="3544" y="1756"/>
                  <a:pt x="3606" y="1747"/>
                  <a:pt x="3673" y="1729"/>
                </a:cubicBezTo>
                <a:cubicBezTo>
                  <a:pt x="3686" y="1726"/>
                  <a:pt x="3694" y="1724"/>
                  <a:pt x="3699" y="1724"/>
                </a:cubicBezTo>
                <a:cubicBezTo>
                  <a:pt x="3700" y="1724"/>
                  <a:pt x="3717" y="1747"/>
                  <a:pt x="3751" y="1793"/>
                </a:cubicBezTo>
                <a:cubicBezTo>
                  <a:pt x="3784" y="1838"/>
                  <a:pt x="3809" y="1878"/>
                  <a:pt x="3825" y="1911"/>
                </a:cubicBezTo>
                <a:cubicBezTo>
                  <a:pt x="3843" y="1930"/>
                  <a:pt x="3862" y="1940"/>
                  <a:pt x="3883" y="1940"/>
                </a:cubicBezTo>
                <a:cubicBezTo>
                  <a:pt x="3893" y="1940"/>
                  <a:pt x="3909" y="1932"/>
                  <a:pt x="3933" y="1915"/>
                </a:cubicBezTo>
                <a:cubicBezTo>
                  <a:pt x="3957" y="1898"/>
                  <a:pt x="3969" y="1882"/>
                  <a:pt x="3969" y="1867"/>
                </a:cubicBezTo>
                <a:cubicBezTo>
                  <a:pt x="3969" y="1859"/>
                  <a:pt x="3962" y="1844"/>
                  <a:pt x="3948" y="1823"/>
                </a:cubicBezTo>
                <a:cubicBezTo>
                  <a:pt x="3933" y="1802"/>
                  <a:pt x="3890" y="1749"/>
                  <a:pt x="3817" y="1663"/>
                </a:cubicBezTo>
                <a:cubicBezTo>
                  <a:pt x="3883" y="1614"/>
                  <a:pt x="3936" y="1557"/>
                  <a:pt x="3976" y="1492"/>
                </a:cubicBezTo>
                <a:cubicBezTo>
                  <a:pt x="4016" y="1427"/>
                  <a:pt x="4036" y="1365"/>
                  <a:pt x="4036" y="1305"/>
                </a:cubicBezTo>
                <a:cubicBezTo>
                  <a:pt x="4036" y="1253"/>
                  <a:pt x="4021" y="1197"/>
                  <a:pt x="3992" y="1138"/>
                </a:cubicBezTo>
                <a:cubicBezTo>
                  <a:pt x="3962" y="1079"/>
                  <a:pt x="3923" y="1027"/>
                  <a:pt x="3874" y="981"/>
                </a:cubicBezTo>
                <a:cubicBezTo>
                  <a:pt x="3874" y="953"/>
                  <a:pt x="3862" y="927"/>
                  <a:pt x="3839" y="903"/>
                </a:cubicBezTo>
                <a:cubicBezTo>
                  <a:pt x="3815" y="878"/>
                  <a:pt x="3792" y="865"/>
                  <a:pt x="3767" y="865"/>
                </a:cubicBezTo>
                <a:close/>
                <a:moveTo>
                  <a:pt x="9759" y="858"/>
                </a:moveTo>
                <a:cubicBezTo>
                  <a:pt x="9754" y="858"/>
                  <a:pt x="9749" y="858"/>
                  <a:pt x="9743" y="858"/>
                </a:cubicBezTo>
                <a:cubicBezTo>
                  <a:pt x="9721" y="859"/>
                  <a:pt x="9698" y="860"/>
                  <a:pt x="9675" y="860"/>
                </a:cubicBezTo>
                <a:cubicBezTo>
                  <a:pt x="9643" y="861"/>
                  <a:pt x="9612" y="870"/>
                  <a:pt x="9583" y="888"/>
                </a:cubicBezTo>
                <a:lnTo>
                  <a:pt x="9583" y="888"/>
                </a:lnTo>
                <a:cubicBezTo>
                  <a:pt x="9548" y="907"/>
                  <a:pt x="9520" y="930"/>
                  <a:pt x="9497" y="957"/>
                </a:cubicBezTo>
                <a:cubicBezTo>
                  <a:pt x="9474" y="983"/>
                  <a:pt x="9463" y="1007"/>
                  <a:pt x="9463" y="1028"/>
                </a:cubicBezTo>
                <a:cubicBezTo>
                  <a:pt x="9463" y="1062"/>
                  <a:pt x="9481" y="1079"/>
                  <a:pt x="9516" y="1079"/>
                </a:cubicBezTo>
                <a:cubicBezTo>
                  <a:pt x="9572" y="1079"/>
                  <a:pt x="9602" y="1062"/>
                  <a:pt x="9607" y="1027"/>
                </a:cubicBezTo>
                <a:cubicBezTo>
                  <a:pt x="9609" y="1017"/>
                  <a:pt x="9617" y="1007"/>
                  <a:pt x="9632" y="996"/>
                </a:cubicBezTo>
                <a:cubicBezTo>
                  <a:pt x="9647" y="986"/>
                  <a:pt x="9676" y="980"/>
                  <a:pt x="9718" y="980"/>
                </a:cubicBezTo>
                <a:cubicBezTo>
                  <a:pt x="9732" y="980"/>
                  <a:pt x="9747" y="983"/>
                  <a:pt x="9761" y="987"/>
                </a:cubicBezTo>
                <a:cubicBezTo>
                  <a:pt x="9776" y="992"/>
                  <a:pt x="9786" y="997"/>
                  <a:pt x="9791" y="1003"/>
                </a:cubicBezTo>
                <a:cubicBezTo>
                  <a:pt x="9796" y="1008"/>
                  <a:pt x="9801" y="1023"/>
                  <a:pt x="9807" y="1045"/>
                </a:cubicBezTo>
                <a:cubicBezTo>
                  <a:pt x="9813" y="1068"/>
                  <a:pt x="9816" y="1086"/>
                  <a:pt x="9816" y="1099"/>
                </a:cubicBezTo>
                <a:cubicBezTo>
                  <a:pt x="9816" y="1118"/>
                  <a:pt x="9812" y="1137"/>
                  <a:pt x="9802" y="1156"/>
                </a:cubicBezTo>
                <a:cubicBezTo>
                  <a:pt x="9793" y="1175"/>
                  <a:pt x="9782" y="1188"/>
                  <a:pt x="9768" y="1194"/>
                </a:cubicBezTo>
                <a:lnTo>
                  <a:pt x="9689" y="1225"/>
                </a:lnTo>
                <a:cubicBezTo>
                  <a:pt x="9639" y="1244"/>
                  <a:pt x="9605" y="1259"/>
                  <a:pt x="9587" y="1268"/>
                </a:cubicBezTo>
                <a:cubicBezTo>
                  <a:pt x="9569" y="1277"/>
                  <a:pt x="9550" y="1291"/>
                  <a:pt x="9528" y="1309"/>
                </a:cubicBezTo>
                <a:cubicBezTo>
                  <a:pt x="9504" y="1357"/>
                  <a:pt x="9490" y="1390"/>
                  <a:pt x="9484" y="1405"/>
                </a:cubicBezTo>
                <a:cubicBezTo>
                  <a:pt x="9478" y="1421"/>
                  <a:pt x="9475" y="1438"/>
                  <a:pt x="9475" y="1457"/>
                </a:cubicBezTo>
                <a:cubicBezTo>
                  <a:pt x="9475" y="1474"/>
                  <a:pt x="9479" y="1490"/>
                  <a:pt x="9485" y="1506"/>
                </a:cubicBezTo>
                <a:cubicBezTo>
                  <a:pt x="9491" y="1522"/>
                  <a:pt x="9500" y="1530"/>
                  <a:pt x="9511" y="1530"/>
                </a:cubicBezTo>
                <a:cubicBezTo>
                  <a:pt x="9544" y="1530"/>
                  <a:pt x="9568" y="1525"/>
                  <a:pt x="9582" y="1515"/>
                </a:cubicBezTo>
                <a:cubicBezTo>
                  <a:pt x="9596" y="1505"/>
                  <a:pt x="9605" y="1490"/>
                  <a:pt x="9609" y="1470"/>
                </a:cubicBezTo>
                <a:cubicBezTo>
                  <a:pt x="9617" y="1432"/>
                  <a:pt x="9626" y="1399"/>
                  <a:pt x="9637" y="1372"/>
                </a:cubicBezTo>
                <a:cubicBezTo>
                  <a:pt x="9735" y="1338"/>
                  <a:pt x="9799" y="1313"/>
                  <a:pt x="9831" y="1299"/>
                </a:cubicBezTo>
                <a:cubicBezTo>
                  <a:pt x="9862" y="1284"/>
                  <a:pt x="9889" y="1258"/>
                  <a:pt x="9913" y="1221"/>
                </a:cubicBezTo>
                <a:cubicBezTo>
                  <a:pt x="9936" y="1184"/>
                  <a:pt x="9948" y="1137"/>
                  <a:pt x="9948" y="1079"/>
                </a:cubicBezTo>
                <a:lnTo>
                  <a:pt x="9948" y="1078"/>
                </a:lnTo>
                <a:cubicBezTo>
                  <a:pt x="9947" y="1025"/>
                  <a:pt x="9941" y="987"/>
                  <a:pt x="9929" y="962"/>
                </a:cubicBezTo>
                <a:cubicBezTo>
                  <a:pt x="9917" y="937"/>
                  <a:pt x="9890" y="911"/>
                  <a:pt x="9848" y="882"/>
                </a:cubicBezTo>
                <a:cubicBezTo>
                  <a:pt x="9825" y="867"/>
                  <a:pt x="9796" y="859"/>
                  <a:pt x="9759" y="858"/>
                </a:cubicBezTo>
                <a:close/>
                <a:moveTo>
                  <a:pt x="6821" y="800"/>
                </a:moveTo>
                <a:cubicBezTo>
                  <a:pt x="6787" y="800"/>
                  <a:pt x="6762" y="808"/>
                  <a:pt x="6744" y="826"/>
                </a:cubicBezTo>
                <a:cubicBezTo>
                  <a:pt x="6726" y="843"/>
                  <a:pt x="6717" y="866"/>
                  <a:pt x="6717" y="894"/>
                </a:cubicBezTo>
                <a:cubicBezTo>
                  <a:pt x="6717" y="914"/>
                  <a:pt x="6726" y="933"/>
                  <a:pt x="6744" y="953"/>
                </a:cubicBezTo>
                <a:cubicBezTo>
                  <a:pt x="6762" y="972"/>
                  <a:pt x="6783" y="982"/>
                  <a:pt x="6806" y="982"/>
                </a:cubicBezTo>
                <a:cubicBezTo>
                  <a:pt x="6825" y="982"/>
                  <a:pt x="6846" y="972"/>
                  <a:pt x="6871" y="951"/>
                </a:cubicBezTo>
                <a:cubicBezTo>
                  <a:pt x="6896" y="930"/>
                  <a:pt x="6909" y="905"/>
                  <a:pt x="6909" y="878"/>
                </a:cubicBezTo>
                <a:cubicBezTo>
                  <a:pt x="6909" y="857"/>
                  <a:pt x="6901" y="838"/>
                  <a:pt x="6885" y="823"/>
                </a:cubicBezTo>
                <a:cubicBezTo>
                  <a:pt x="6868" y="807"/>
                  <a:pt x="6847" y="800"/>
                  <a:pt x="6821" y="800"/>
                </a:cubicBezTo>
                <a:close/>
                <a:moveTo>
                  <a:pt x="0" y="0"/>
                </a:moveTo>
                <a:lnTo>
                  <a:pt x="13538" y="0"/>
                </a:lnTo>
                <a:lnTo>
                  <a:pt x="13538" y="5370"/>
                </a:lnTo>
                <a:lnTo>
                  <a:pt x="0" y="537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effectLst/>
        </p:spPr>
        <p:txBody>
          <a:bodyPr wrap="square" lIns="0" tIns="0" rIns="0" bIns="0" anchor="t">
            <a:noAutofit/>
          </a:bodyPr>
          <a:lstStyle/>
          <a:p>
            <a:pPr algn="ctr"/>
            <a:endParaRPr sz="6000" b="1" i="0" u="none">
              <a:solidFill>
                <a:schemeClr val="tx1"/>
              </a:solidFill>
              <a:latin typeface="Outfi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3071</Words>
  <Application>WPS Presentation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Inter</vt:lpstr>
      <vt:lpstr>Segoe Print</vt:lpstr>
      <vt:lpstr>Outfit SemiBold</vt:lpstr>
      <vt:lpstr>Outfit</vt:lpstr>
      <vt:lpstr>Arial Black</vt:lpstr>
      <vt:lpstr>Plus Jakarta Sans</vt:lpstr>
      <vt:lpstr>Outfit Medium</vt:lpstr>
      <vt:lpstr>serif Medium</vt:lpstr>
      <vt:lpstr>Microsoft YaHei</vt:lpstr>
      <vt:lpstr>Arial Unicode MS</vt:lpstr>
      <vt:lpstr>Calibri</vt:lpstr>
      <vt:lpstr>WPS</vt:lpstr>
      <vt:lpstr>1_WPS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suyog</dc:creator>
  <cp:lastModifiedBy>nmeta</cp:lastModifiedBy>
  <cp:revision>7</cp:revision>
  <dcterms:created xsi:type="dcterms:W3CDTF">2026-08-26T13:17:00Z</dcterms:created>
  <dcterms:modified xsi:type="dcterms:W3CDTF">2026-08-31T04:47:53Z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E6980A8CA269456686C0BF7B61F6202B_11</vt:lpwstr>
  </property>
</Properties>
</file>